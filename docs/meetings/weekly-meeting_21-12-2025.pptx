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927C888-134C-415F-AD2C-70A9D2704B29}">
          <p14:sldIdLst>
            <p14:sldId id="256"/>
            <p14:sldId id="258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E76C9-B70E-4733-BDAC-72E00F56923E}" v="176" dt="2025-12-21T02:15:26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78208" autoAdjust="0"/>
  </p:normalViewPr>
  <p:slideViewPr>
    <p:cSldViewPr snapToGrid="0">
      <p:cViewPr varScale="1">
        <p:scale>
          <a:sx n="86" d="100"/>
          <a:sy n="86" d="100"/>
        </p:scale>
        <p:origin x="155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Khôi Võ Tấn" userId="df010977c1c328cb" providerId="LiveId" clId="{021737E1-13EE-495B-A898-B29314BB33F8}"/>
    <pc:docChg chg="undo redo custSel addSld delSld modSld modSection">
      <pc:chgData name="Minh Khôi Võ Tấn" userId="df010977c1c328cb" providerId="LiveId" clId="{021737E1-13EE-495B-A898-B29314BB33F8}" dt="2025-12-25T05:16:28.458" v="2471" actId="20577"/>
      <pc:docMkLst>
        <pc:docMk/>
      </pc:docMkLst>
      <pc:sldChg chg="modSp mod">
        <pc:chgData name="Minh Khôi Võ Tấn" userId="df010977c1c328cb" providerId="LiveId" clId="{021737E1-13EE-495B-A898-B29314BB33F8}" dt="2025-12-21T02:56:26.778" v="2466" actId="20577"/>
        <pc:sldMkLst>
          <pc:docMk/>
          <pc:sldMk cId="3944462662" sldId="256"/>
        </pc:sldMkLst>
        <pc:spChg chg="mod">
          <ac:chgData name="Minh Khôi Võ Tấn" userId="df010977c1c328cb" providerId="LiveId" clId="{021737E1-13EE-495B-A898-B29314BB33F8}" dt="2025-12-21T02:56:26.778" v="2466" actId="20577"/>
          <ac:spMkLst>
            <pc:docMk/>
            <pc:sldMk cId="3944462662" sldId="256"/>
            <ac:spMk id="2" creationId="{9788C130-FAB7-3278-D1B1-D087BA9E3038}"/>
          </ac:spMkLst>
        </pc:spChg>
        <pc:spChg chg="mod">
          <ac:chgData name="Minh Khôi Võ Tấn" userId="df010977c1c328cb" providerId="LiveId" clId="{021737E1-13EE-495B-A898-B29314BB33F8}" dt="2025-11-27T03:11:31.036" v="173" actId="1076"/>
          <ac:spMkLst>
            <pc:docMk/>
            <pc:sldMk cId="3944462662" sldId="256"/>
            <ac:spMk id="3" creationId="{FEF124DD-8F22-02F5-68D9-ED3B99753624}"/>
          </ac:spMkLst>
        </pc:spChg>
      </pc:sldChg>
      <pc:sldChg chg="addSp delSp modSp new mod">
        <pc:chgData name="Minh Khôi Võ Tấn" userId="df010977c1c328cb" providerId="LiveId" clId="{021737E1-13EE-495B-A898-B29314BB33F8}" dt="2025-12-21T01:21:14.809" v="2080" actId="1076"/>
        <pc:sldMkLst>
          <pc:docMk/>
          <pc:sldMk cId="1597710949" sldId="258"/>
        </pc:sldMkLst>
        <pc:spChg chg="mod">
          <ac:chgData name="Minh Khôi Võ Tấn" userId="df010977c1c328cb" providerId="LiveId" clId="{021737E1-13EE-495B-A898-B29314BB33F8}" dt="2025-12-20T13:43:17.515" v="1962" actId="20577"/>
          <ac:spMkLst>
            <pc:docMk/>
            <pc:sldMk cId="1597710949" sldId="258"/>
            <ac:spMk id="2" creationId="{8CA08402-3F61-20D8-3D3C-188C78B0E2A1}"/>
          </ac:spMkLst>
        </pc:spChg>
        <pc:spChg chg="add mod">
          <ac:chgData name="Minh Khôi Võ Tấn" userId="df010977c1c328cb" providerId="LiveId" clId="{021737E1-13EE-495B-A898-B29314BB33F8}" dt="2025-12-21T01:21:14.809" v="2080" actId="1076"/>
          <ac:spMkLst>
            <pc:docMk/>
            <pc:sldMk cId="1597710949" sldId="258"/>
            <ac:spMk id="17" creationId="{A244B8F0-E9E2-F1AE-7C3E-7656C259E23D}"/>
          </ac:spMkLst>
        </pc:spChg>
        <pc:picChg chg="add mod">
          <ac:chgData name="Minh Khôi Võ Tấn" userId="df010977c1c328cb" providerId="LiveId" clId="{021737E1-13EE-495B-A898-B29314BB33F8}" dt="2025-12-20T13:42:50.033" v="1955" actId="14100"/>
          <ac:picMkLst>
            <pc:docMk/>
            <pc:sldMk cId="1597710949" sldId="258"/>
            <ac:picMk id="3" creationId="{C045B242-1334-F872-E4E5-C064604AD5EF}"/>
          </ac:picMkLst>
        </pc:picChg>
        <pc:cxnChg chg="add mod">
          <ac:chgData name="Minh Khôi Võ Tấn" userId="df010977c1c328cb" providerId="LiveId" clId="{021737E1-13EE-495B-A898-B29314BB33F8}" dt="2025-12-20T13:44:44.447" v="1966" actId="1582"/>
          <ac:cxnSpMkLst>
            <pc:docMk/>
            <pc:sldMk cId="1597710949" sldId="258"/>
            <ac:cxnSpMk id="12" creationId="{E9D9FBA3-1A43-8B25-596A-2022C708DB6F}"/>
          </ac:cxnSpMkLst>
        </pc:cxnChg>
        <pc:cxnChg chg="add mod">
          <ac:chgData name="Minh Khôi Võ Tấn" userId="df010977c1c328cb" providerId="LiveId" clId="{021737E1-13EE-495B-A898-B29314BB33F8}" dt="2025-12-20T13:45:05.402" v="1970" actId="1076"/>
          <ac:cxnSpMkLst>
            <pc:docMk/>
            <pc:sldMk cId="1597710949" sldId="258"/>
            <ac:cxnSpMk id="13" creationId="{CE17143F-AD85-DA8D-2D3D-DAC6D5998927}"/>
          </ac:cxnSpMkLst>
        </pc:cxnChg>
      </pc:sldChg>
      <pc:sldChg chg="addSp delSp modSp new mod">
        <pc:chgData name="Minh Khôi Võ Tấn" userId="df010977c1c328cb" providerId="LiveId" clId="{021737E1-13EE-495B-A898-B29314BB33F8}" dt="2025-12-25T05:16:28.458" v="2471" actId="20577"/>
        <pc:sldMkLst>
          <pc:docMk/>
          <pc:sldMk cId="2684948995" sldId="260"/>
        </pc:sldMkLst>
        <pc:spChg chg="mod">
          <ac:chgData name="Minh Khôi Võ Tấn" userId="df010977c1c328cb" providerId="LiveId" clId="{021737E1-13EE-495B-A898-B29314BB33F8}" dt="2025-12-21T01:33:57.172" v="2087" actId="20577"/>
          <ac:spMkLst>
            <pc:docMk/>
            <pc:sldMk cId="2684948995" sldId="260"/>
            <ac:spMk id="2" creationId="{D7251EE9-664A-2032-9F40-D73BAC616999}"/>
          </ac:spMkLst>
        </pc:spChg>
        <pc:spChg chg="add mod">
          <ac:chgData name="Minh Khôi Võ Tấn" userId="df010977c1c328cb" providerId="LiveId" clId="{021737E1-13EE-495B-A898-B29314BB33F8}" dt="2025-12-21T02:03:41.779" v="2117" actId="13822"/>
          <ac:spMkLst>
            <pc:docMk/>
            <pc:sldMk cId="2684948995" sldId="260"/>
            <ac:spMk id="9" creationId="{D614D0A6-AC1B-5C99-218E-210FE0249AAC}"/>
          </ac:spMkLst>
        </pc:spChg>
        <pc:spChg chg="add mod">
          <ac:chgData name="Minh Khôi Võ Tấn" userId="df010977c1c328cb" providerId="LiveId" clId="{021737E1-13EE-495B-A898-B29314BB33F8}" dt="2025-12-21T02:10:14.698" v="2221" actId="1076"/>
          <ac:spMkLst>
            <pc:docMk/>
            <pc:sldMk cId="2684948995" sldId="260"/>
            <ac:spMk id="11" creationId="{988DAE05-ABCD-9DBF-0125-3228C945D81A}"/>
          </ac:spMkLst>
        </pc:spChg>
        <pc:spChg chg="add mod">
          <ac:chgData name="Minh Khôi Võ Tấn" userId="df010977c1c328cb" providerId="LiveId" clId="{021737E1-13EE-495B-A898-B29314BB33F8}" dt="2025-12-21T02:04:29.750" v="2142" actId="1076"/>
          <ac:spMkLst>
            <pc:docMk/>
            <pc:sldMk cId="2684948995" sldId="260"/>
            <ac:spMk id="15" creationId="{281823B2-9933-A60B-B6C7-7C2B44FB5A74}"/>
          </ac:spMkLst>
        </pc:spChg>
        <pc:spChg chg="add mod">
          <ac:chgData name="Minh Khôi Võ Tấn" userId="df010977c1c328cb" providerId="LiveId" clId="{021737E1-13EE-495B-A898-B29314BB33F8}" dt="2025-12-21T02:06:51.899" v="2188" actId="1076"/>
          <ac:spMkLst>
            <pc:docMk/>
            <pc:sldMk cId="2684948995" sldId="260"/>
            <ac:spMk id="17" creationId="{ACE432F4-FC70-CE37-96FE-5AFFB4D50433}"/>
          </ac:spMkLst>
        </pc:spChg>
        <pc:spChg chg="add mod">
          <ac:chgData name="Minh Khôi Võ Tấn" userId="df010977c1c328cb" providerId="LiveId" clId="{021737E1-13EE-495B-A898-B29314BB33F8}" dt="2025-12-21T02:05:09.801" v="2159" actId="14100"/>
          <ac:spMkLst>
            <pc:docMk/>
            <pc:sldMk cId="2684948995" sldId="260"/>
            <ac:spMk id="21" creationId="{033876BD-5DBC-7182-F0DA-871C526C9852}"/>
          </ac:spMkLst>
        </pc:spChg>
        <pc:spChg chg="add mod">
          <ac:chgData name="Minh Khôi Võ Tấn" userId="df010977c1c328cb" providerId="LiveId" clId="{021737E1-13EE-495B-A898-B29314BB33F8}" dt="2025-12-21T02:07:44.551" v="2218" actId="1076"/>
          <ac:spMkLst>
            <pc:docMk/>
            <pc:sldMk cId="2684948995" sldId="260"/>
            <ac:spMk id="26" creationId="{A46204A1-22EE-CEBF-7454-716E6821281C}"/>
          </ac:spMkLst>
        </pc:spChg>
        <pc:spChg chg="add mod">
          <ac:chgData name="Minh Khôi Võ Tấn" userId="df010977c1c328cb" providerId="LiveId" clId="{021737E1-13EE-495B-A898-B29314BB33F8}" dt="2025-12-25T05:16:28.458" v="2471" actId="20577"/>
          <ac:spMkLst>
            <pc:docMk/>
            <pc:sldMk cId="2684948995" sldId="260"/>
            <ac:spMk id="27" creationId="{6A5EFC10-D866-5BDB-464C-CB03DB681F07}"/>
          </ac:spMkLst>
        </pc:spChg>
        <pc:spChg chg="add mod">
          <ac:chgData name="Minh Khôi Võ Tấn" userId="df010977c1c328cb" providerId="LiveId" clId="{021737E1-13EE-495B-A898-B29314BB33F8}" dt="2025-12-21T02:13:45.088" v="2358" actId="1038"/>
          <ac:spMkLst>
            <pc:docMk/>
            <pc:sldMk cId="2684948995" sldId="260"/>
            <ac:spMk id="32" creationId="{849F9A47-DFEB-9157-192E-74565F96BD77}"/>
          </ac:spMkLst>
        </pc:spChg>
        <pc:spChg chg="add mod">
          <ac:chgData name="Minh Khôi Võ Tấn" userId="df010977c1c328cb" providerId="LiveId" clId="{021737E1-13EE-495B-A898-B29314BB33F8}" dt="2025-12-21T02:13:45.088" v="2358" actId="1038"/>
          <ac:spMkLst>
            <pc:docMk/>
            <pc:sldMk cId="2684948995" sldId="260"/>
            <ac:spMk id="33" creationId="{50D8D52B-6DB5-CAA2-8D86-1116BFE24692}"/>
          </ac:spMkLst>
        </pc:spChg>
        <pc:spChg chg="add mod">
          <ac:chgData name="Minh Khôi Võ Tấn" userId="df010977c1c328cb" providerId="LiveId" clId="{021737E1-13EE-495B-A898-B29314BB33F8}" dt="2025-12-21T02:13:45.088" v="2358" actId="1038"/>
          <ac:spMkLst>
            <pc:docMk/>
            <pc:sldMk cId="2684948995" sldId="260"/>
            <ac:spMk id="43" creationId="{842C2D65-0190-C9E3-BC59-2E7CA1ABEFB0}"/>
          </ac:spMkLst>
        </pc:spChg>
        <pc:spChg chg="add mod">
          <ac:chgData name="Minh Khôi Võ Tấn" userId="df010977c1c328cb" providerId="LiveId" clId="{021737E1-13EE-495B-A898-B29314BB33F8}" dt="2025-12-21T02:14:40.812" v="2378" actId="404"/>
          <ac:spMkLst>
            <pc:docMk/>
            <pc:sldMk cId="2684948995" sldId="260"/>
            <ac:spMk id="45" creationId="{4EA0B374-FE1E-1B79-7D6B-C44130B1EAD0}"/>
          </ac:spMkLst>
        </pc:spChg>
        <pc:spChg chg="add mod">
          <ac:chgData name="Minh Khôi Võ Tấn" userId="df010977c1c328cb" providerId="LiveId" clId="{021737E1-13EE-495B-A898-B29314BB33F8}" dt="2025-12-21T02:14:27.921" v="2375" actId="404"/>
          <ac:spMkLst>
            <pc:docMk/>
            <pc:sldMk cId="2684948995" sldId="260"/>
            <ac:spMk id="46" creationId="{ABCB8215-59E6-96EC-86C6-CA24E8F118F1}"/>
          </ac:spMkLst>
        </pc:spChg>
        <pc:spChg chg="add mod">
          <ac:chgData name="Minh Khôi Võ Tấn" userId="df010977c1c328cb" providerId="LiveId" clId="{021737E1-13EE-495B-A898-B29314BB33F8}" dt="2025-12-21T02:15:46.009" v="2400" actId="1036"/>
          <ac:spMkLst>
            <pc:docMk/>
            <pc:sldMk cId="2684948995" sldId="260"/>
            <ac:spMk id="60" creationId="{75BCAE41-E8DE-973D-D7A7-0247C286D862}"/>
          </ac:spMkLst>
        </pc:spChg>
        <pc:cxnChg chg="add mod">
          <ac:chgData name="Minh Khôi Võ Tấn" userId="df010977c1c328cb" providerId="LiveId" clId="{021737E1-13EE-495B-A898-B29314BB33F8}" dt="2025-12-21T02:10:14.698" v="2221" actId="1076"/>
          <ac:cxnSpMkLst>
            <pc:docMk/>
            <pc:sldMk cId="2684948995" sldId="260"/>
            <ac:cxnSpMk id="14" creationId="{2FDAF5C4-C439-606B-7B81-8DBA216CD504}"/>
          </ac:cxnSpMkLst>
        </pc:cxnChg>
        <pc:cxnChg chg="add mod">
          <ac:chgData name="Minh Khôi Võ Tấn" userId="df010977c1c328cb" providerId="LiveId" clId="{021737E1-13EE-495B-A898-B29314BB33F8}" dt="2025-12-21T02:10:14.698" v="2221" actId="1076"/>
          <ac:cxnSpMkLst>
            <pc:docMk/>
            <pc:sldMk cId="2684948995" sldId="260"/>
            <ac:cxnSpMk id="19" creationId="{3BE134DB-4AD5-E145-D356-27EEAA7CD104}"/>
          </ac:cxnSpMkLst>
        </pc:cxnChg>
        <pc:cxnChg chg="add mod">
          <ac:chgData name="Minh Khôi Võ Tấn" userId="df010977c1c328cb" providerId="LiveId" clId="{021737E1-13EE-495B-A898-B29314BB33F8}" dt="2025-12-21T02:06:51.899" v="2188" actId="1076"/>
          <ac:cxnSpMkLst>
            <pc:docMk/>
            <pc:sldMk cId="2684948995" sldId="260"/>
            <ac:cxnSpMk id="23" creationId="{C1523D0E-1875-92AD-12CF-BBA6F4F83004}"/>
          </ac:cxnSpMkLst>
        </pc:cxnChg>
        <pc:cxnChg chg="add mod">
          <ac:chgData name="Minh Khôi Võ Tấn" userId="df010977c1c328cb" providerId="LiveId" clId="{021737E1-13EE-495B-A898-B29314BB33F8}" dt="2025-12-21T02:13:47.505" v="2359" actId="14100"/>
          <ac:cxnSpMkLst>
            <pc:docMk/>
            <pc:sldMk cId="2684948995" sldId="260"/>
            <ac:cxnSpMk id="40" creationId="{59D19916-BA08-7360-4A0D-70B2A84B44D0}"/>
          </ac:cxnSpMkLst>
        </pc:cxnChg>
        <pc:cxnChg chg="add mod">
          <ac:chgData name="Minh Khôi Võ Tấn" userId="df010977c1c328cb" providerId="LiveId" clId="{021737E1-13EE-495B-A898-B29314BB33F8}" dt="2025-12-21T02:13:45.088" v="2358" actId="1038"/>
          <ac:cxnSpMkLst>
            <pc:docMk/>
            <pc:sldMk cId="2684948995" sldId="260"/>
            <ac:cxnSpMk id="48" creationId="{9D5C4013-E5B8-C544-A2EF-A0092851CB93}"/>
          </ac:cxnSpMkLst>
        </pc:cxnChg>
        <pc:cxnChg chg="add mod">
          <ac:chgData name="Minh Khôi Võ Tấn" userId="df010977c1c328cb" providerId="LiveId" clId="{021737E1-13EE-495B-A898-B29314BB33F8}" dt="2025-12-21T02:13:45.088" v="2358" actId="1038"/>
          <ac:cxnSpMkLst>
            <pc:docMk/>
            <pc:sldMk cId="2684948995" sldId="260"/>
            <ac:cxnSpMk id="50" creationId="{B3062D8B-5C06-5545-A052-ED6132AFEBFA}"/>
          </ac:cxnSpMkLst>
        </pc:cxnChg>
        <pc:cxnChg chg="add mod">
          <ac:chgData name="Minh Khôi Võ Tấn" userId="df010977c1c328cb" providerId="LiveId" clId="{021737E1-13EE-495B-A898-B29314BB33F8}" dt="2025-12-21T02:13:45.088" v="2358" actId="1038"/>
          <ac:cxnSpMkLst>
            <pc:docMk/>
            <pc:sldMk cId="2684948995" sldId="260"/>
            <ac:cxnSpMk id="52" creationId="{32F7D64F-C0E7-1638-D781-AE7F59D06FA4}"/>
          </ac:cxnSpMkLst>
        </pc:cxnChg>
        <pc:cxnChg chg="add mod">
          <ac:chgData name="Minh Khôi Võ Tấn" userId="df010977c1c328cb" providerId="LiveId" clId="{021737E1-13EE-495B-A898-B29314BB33F8}" dt="2025-12-21T02:13:45.088" v="2358" actId="1038"/>
          <ac:cxnSpMkLst>
            <pc:docMk/>
            <pc:sldMk cId="2684948995" sldId="260"/>
            <ac:cxnSpMk id="54" creationId="{899FE6C3-9638-F006-BD07-3D6AF9B180B6}"/>
          </ac:cxnSpMkLst>
        </pc:cxnChg>
        <pc:cxnChg chg="add mod">
          <ac:chgData name="Minh Khôi Võ Tấn" userId="df010977c1c328cb" providerId="LiveId" clId="{021737E1-13EE-495B-A898-B29314BB33F8}" dt="2025-12-21T02:13:57.221" v="2361" actId="14100"/>
          <ac:cxnSpMkLst>
            <pc:docMk/>
            <pc:sldMk cId="2684948995" sldId="260"/>
            <ac:cxnSpMk id="58" creationId="{1249F36B-0850-2B8E-13FF-C1C57E3131F9}"/>
          </ac:cxnSpMkLst>
        </pc:cxnChg>
        <pc:cxnChg chg="add mod">
          <ac:chgData name="Minh Khôi Võ Tấn" userId="df010977c1c328cb" providerId="LiveId" clId="{021737E1-13EE-495B-A898-B29314BB33F8}" dt="2025-12-21T02:15:46.009" v="2400" actId="1036"/>
          <ac:cxnSpMkLst>
            <pc:docMk/>
            <pc:sldMk cId="2684948995" sldId="260"/>
            <ac:cxnSpMk id="62" creationId="{531FA91B-6502-7141-462A-26D9B9194B51}"/>
          </ac:cxnSpMkLst>
        </pc:cxnChg>
        <pc:cxnChg chg="add mod">
          <ac:chgData name="Minh Khôi Võ Tấn" userId="df010977c1c328cb" providerId="LiveId" clId="{021737E1-13EE-495B-A898-B29314BB33F8}" dt="2025-12-21T02:15:46.009" v="2400" actId="1036"/>
          <ac:cxnSpMkLst>
            <pc:docMk/>
            <pc:sldMk cId="2684948995" sldId="260"/>
            <ac:cxnSpMk id="64" creationId="{6A4462C1-5D4E-3493-C597-B5D581272A1B}"/>
          </ac:cxnSpMkLst>
        </pc:cxnChg>
      </pc:sldChg>
      <pc:sldChg chg="modSp new mod modNotesTx">
        <pc:chgData name="Minh Khôi Võ Tấn" userId="df010977c1c328cb" providerId="LiveId" clId="{021737E1-13EE-495B-A898-B29314BB33F8}" dt="2025-12-21T02:16:07.191" v="2464" actId="20577"/>
        <pc:sldMkLst>
          <pc:docMk/>
          <pc:sldMk cId="2612196103" sldId="261"/>
        </pc:sldMkLst>
        <pc:spChg chg="mod">
          <ac:chgData name="Minh Khôi Võ Tấn" userId="df010977c1c328cb" providerId="LiveId" clId="{021737E1-13EE-495B-A898-B29314BB33F8}" dt="2025-11-27T07:54:49.097" v="1317" actId="2711"/>
          <ac:spMkLst>
            <pc:docMk/>
            <pc:sldMk cId="2612196103" sldId="261"/>
            <ac:spMk id="2" creationId="{AE101D3E-E0D7-9F09-0018-F6BD987E8627}"/>
          </ac:spMkLst>
        </pc:spChg>
        <pc:spChg chg="mod">
          <ac:chgData name="Minh Khôi Võ Tấn" userId="df010977c1c328cb" providerId="LiveId" clId="{021737E1-13EE-495B-A898-B29314BB33F8}" dt="2025-12-21T02:16:07.191" v="2464" actId="20577"/>
          <ac:spMkLst>
            <pc:docMk/>
            <pc:sldMk cId="2612196103" sldId="261"/>
            <ac:spMk id="3" creationId="{E45D8649-25DA-342B-3BB4-75F31FDC85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88E23-6B0B-4308-A2C3-03BB04CE1B5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FB04C-44F8-4F5F-80E8-63EAE06CA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7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vi-VN" b="1" dirty="0"/>
                  <a:t>1. DDS (AD9833)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 Tạo tín hiệu </a:t>
                </a:r>
                <a:r>
                  <a:rPr lang="vi-VN" b="1" dirty="0"/>
                  <a:t>sóng sin</a:t>
                </a:r>
                <a:r>
                  <a:rPr lang="vi-VN" dirty="0"/>
                  <a:t> có tần số </a:t>
                </a:r>
                <a:r>
                  <a:rPr lang="vi-VN" b="1" dirty="0"/>
                  <a:t>được điều khiển từ MCU</a:t>
                </a:r>
                <a:r>
                  <a:rPr lang="vi-VN" dirty="0"/>
                  <a:t>.</a:t>
                </a:r>
              </a:p>
              <a:p>
                <a:pPr lvl="1"/>
                <a:r>
                  <a:rPr lang="vi-VN" b="1" dirty="0"/>
                  <a:t>Tín hiệu ra</a:t>
                </a:r>
                <a:r>
                  <a:rPr lang="vi-VN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exc</m:t>
                        </m:r>
                      </m:sub>
                    </m:sSub>
                  </m:oMath>
                </a14:m>
                <a:r>
                  <a:rPr lang="vi-VN" dirty="0"/>
                  <a:t>là </a:t>
                </a:r>
                <a:r>
                  <a:rPr lang="vi-VN" b="1" dirty="0"/>
                  <a:t>sóng sin</a:t>
                </a:r>
                <a:r>
                  <a:rPr lang="vi-VN" dirty="0"/>
                  <a:t> với </a:t>
                </a:r>
                <a:r>
                  <a:rPr lang="vi-VN" b="1" dirty="0"/>
                  <a:t>biên độ nhỏ</a:t>
                </a:r>
                <a:r>
                  <a:rPr lang="vi-VN" dirty="0"/>
                  <a:t> (thường là 0.6V p-p).</a:t>
                </a:r>
              </a:p>
              <a:p>
                <a:pPr lvl="1"/>
                <a:r>
                  <a:rPr lang="vi-VN" b="1" dirty="0"/>
                  <a:t>Mục đích</a:t>
                </a:r>
                <a:r>
                  <a:rPr lang="vi-VN" dirty="0"/>
                  <a:t>: Tín hiệu này sẽ được đưa vào </a:t>
                </a:r>
                <a:r>
                  <a:rPr lang="vi-VN" b="1" dirty="0"/>
                  <a:t>mạch V-to-I</a:t>
                </a:r>
                <a:r>
                  <a:rPr lang="vi-VN" dirty="0"/>
                  <a:t> để chuyển thành dòng </a:t>
                </a:r>
                <a:r>
                  <a:rPr lang="vi-VN" b="1" dirty="0"/>
                  <a:t>AC</a:t>
                </a:r>
                <a:r>
                  <a:rPr lang="vi-VN" dirty="0"/>
                  <a:t> ổn định.</a:t>
                </a:r>
              </a:p>
              <a:p>
                <a:r>
                  <a:rPr lang="vi-VN" b="1" dirty="0"/>
                  <a:t>Số liệu tham khảo</a:t>
                </a:r>
                <a:r>
                  <a:rPr lang="vi-VN" dirty="0"/>
                  <a:t>: </a:t>
                </a:r>
                <a:r>
                  <a:rPr lang="vi-VN" b="1" dirty="0"/>
                  <a:t>AD9833</a:t>
                </a:r>
                <a:r>
                  <a:rPr lang="vi-VN" dirty="0"/>
                  <a:t> có thể tạo sóng sin từ </a:t>
                </a:r>
                <a:r>
                  <a:rPr lang="vi-VN" b="1" dirty="0"/>
                  <a:t>10 kHz đến 1 MHz</a:t>
                </a:r>
                <a:r>
                  <a:rPr lang="vi-VN" dirty="0"/>
                  <a:t>, và có thể quét các tần số trong dải này (nếu bạn muốn lên tới 2 MHz, có thể chọn </a:t>
                </a:r>
                <a:r>
                  <a:rPr lang="vi-VN" b="1" dirty="0"/>
                  <a:t>AD9850/AD9851</a:t>
                </a:r>
                <a:r>
                  <a:rPr lang="vi-VN" dirty="0"/>
                  <a:t> thay thế).</a:t>
                </a:r>
              </a:p>
              <a:p>
                <a:r>
                  <a:rPr lang="vi-VN" b="1" dirty="0"/>
                  <a:t>2. LPF/BUF (Low-Pass Filter &amp; Buffer)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</a:t>
                </a:r>
              </a:p>
              <a:p>
                <a:pPr lvl="1"/>
                <a:r>
                  <a:rPr lang="vi-VN" b="1" dirty="0"/>
                  <a:t>LPF</a:t>
                </a:r>
                <a:r>
                  <a:rPr lang="vi-VN" dirty="0"/>
                  <a:t>: Lọc </a:t>
                </a:r>
                <a:r>
                  <a:rPr lang="vi-VN" b="1" dirty="0"/>
                  <a:t>nhiễu bậc cao</a:t>
                </a:r>
                <a:r>
                  <a:rPr lang="vi-VN" dirty="0"/>
                  <a:t> (spurs) từ tín hiệu đầu ra của DDS. Lọc giúp tín hiệu trở nên mịn hơn, tránh hiện tượng </a:t>
                </a:r>
                <a:r>
                  <a:rPr lang="vi-VN" b="1" dirty="0"/>
                  <a:t>sóng bậc 3</a:t>
                </a:r>
                <a:r>
                  <a:rPr lang="vi-VN" dirty="0"/>
                  <a:t> làm nhiễu tín hiệu chính.</a:t>
                </a:r>
              </a:p>
              <a:p>
                <a:pPr lvl="1"/>
                <a:r>
                  <a:rPr lang="vi-VN" b="1" dirty="0"/>
                  <a:t>Buffer</a:t>
                </a:r>
                <a:r>
                  <a:rPr lang="vi-VN" dirty="0"/>
                  <a:t>: Dùng để </a:t>
                </a:r>
                <a:r>
                  <a:rPr lang="vi-VN" b="1" dirty="0"/>
                  <a:t>bảo vệ và cung cấp dòng điện ổn định</a:t>
                </a:r>
                <a:r>
                  <a:rPr lang="vi-VN" dirty="0"/>
                  <a:t> cho mạch V-to-I, giúp </a:t>
                </a:r>
                <a:r>
                  <a:rPr lang="vi-VN" b="1" dirty="0"/>
                  <a:t>đảm bảo tính liên tục của tín hiệu</a:t>
                </a:r>
                <a:r>
                  <a:rPr lang="vi-VN" dirty="0"/>
                  <a:t>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Tín hiệu từ DDS sẽ được làm sạch, và chuẩn bị cho khối </a:t>
                </a:r>
                <a:r>
                  <a:rPr lang="vi-VN" b="1" dirty="0"/>
                  <a:t>V-to-I</a:t>
                </a:r>
                <a:r>
                  <a:rPr lang="vi-VN" dirty="0"/>
                  <a:t> để có </a:t>
                </a:r>
                <a:r>
                  <a:rPr lang="vi-VN" b="1" dirty="0"/>
                  <a:t>dòng ổn định</a:t>
                </a:r>
                <a:r>
                  <a:rPr lang="vi-VN" dirty="0"/>
                  <a:t>.</a:t>
                </a:r>
              </a:p>
              <a:p>
                <a:r>
                  <a:rPr lang="vi-VN" b="1" dirty="0"/>
                  <a:t>3. V-to-I Current Driver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 Chuyển đổi tín hiệu </a:t>
                </a:r>
                <a:r>
                  <a:rPr lang="vi-VN" b="1" dirty="0"/>
                  <a:t>điện áp</a:t>
                </a:r>
                <a:r>
                  <a:rPr lang="vi-VN" dirty="0"/>
                  <a:t> từ DDS thành </a:t>
                </a:r>
                <a:r>
                  <a:rPr lang="vi-VN" b="1" dirty="0"/>
                  <a:t>dòng điện ổn định</a:t>
                </a:r>
                <a:r>
                  <a:rPr lang="vi-VN" dirty="0"/>
                  <a:t> đi qua mô.</a:t>
                </a:r>
              </a:p>
              <a:p>
                <a:pPr lvl="1"/>
                <a:r>
                  <a:rPr lang="vi-VN" b="1" dirty="0"/>
                  <a:t>Vấn đề cần giải quyết</a:t>
                </a:r>
                <a:r>
                  <a:rPr lang="vi-VN" dirty="0"/>
                  <a:t>: Cần bơm </a:t>
                </a:r>
                <a:r>
                  <a:rPr lang="vi-VN" b="1" dirty="0"/>
                  <a:t>dòng AC ổn định</a:t>
                </a:r>
                <a:r>
                  <a:rPr lang="vi-VN" dirty="0"/>
                  <a:t> qua mô cơ để tính </a:t>
                </a:r>
                <a:r>
                  <a:rPr lang="vi-VN" b="1" dirty="0"/>
                  <a:t>trở kháng</a:t>
                </a:r>
                <a:r>
                  <a:rPr lang="vi-VN" dirty="0"/>
                  <a:t> </a:t>
                </a:r>
                <a14:m>
                  <m:oMath xmlns:m="http://schemas.openxmlformats.org/officeDocument/2006/math">
                    <m:r>
                      <a:rPr lang="vi-V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𝑍</m:t>
                    </m:r>
                    <m:r>
                      <a:rPr lang="vi-V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</m:num>
                      <m:den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den>
                    </m:f>
                  </m:oMath>
                </a14:m>
                <a:r>
                  <a:rPr lang="ar-AE" dirty="0"/>
                  <a:t>.</a:t>
                </a:r>
              </a:p>
              <a:p>
                <a:pPr lvl="1"/>
                <a:r>
                  <a:rPr lang="vi-VN" b="1" dirty="0"/>
                  <a:t>Cách hoạt động</a:t>
                </a:r>
                <a:r>
                  <a:rPr lang="vi-VN" dirty="0"/>
                  <a:t>: Mạch sử dụng </a:t>
                </a:r>
                <a:r>
                  <a:rPr lang="vi-VN" b="1" dirty="0"/>
                  <a:t>op-amp</a:t>
                </a:r>
                <a:r>
                  <a:rPr lang="vi-VN" dirty="0"/>
                  <a:t> để điều khiển dòng điện. </a:t>
                </a:r>
                <a:r>
                  <a:rPr lang="vi-VN" b="1" dirty="0"/>
                  <a:t>Điện áp từ DDS</a:t>
                </a:r>
                <a:r>
                  <a:rPr lang="vi-VN" dirty="0"/>
                  <a:t> sẽ được chuyển thành dòng điện ổn định thông qua </a:t>
                </a:r>
                <a:r>
                  <a:rPr lang="vi-VN" b="1" dirty="0"/>
                  <a:t>điện trở chuẩn (Rref)</a:t>
                </a:r>
                <a:r>
                  <a:rPr lang="vi-VN" dirty="0"/>
                  <a:t>. Dòng điện được bơm vào </a:t>
                </a:r>
                <a:r>
                  <a:rPr lang="vi-VN" b="1" dirty="0"/>
                  <a:t>mô cơ</a:t>
                </a:r>
                <a:r>
                  <a:rPr lang="vi-VN" dirty="0"/>
                  <a:t> (hoặc phantom).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Giúp duy trì dòng điện ổn định qua mô cơ, không bị ảnh hưởng bởi sự thay đổi trở kháng của mô.</a:t>
                </a:r>
              </a:p>
              <a:p>
                <a:r>
                  <a:rPr lang="vi-VN" b="1" dirty="0"/>
                  <a:t>4. 4 Điện cực (Tetrapolar)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 Đặt </a:t>
                </a:r>
                <a:r>
                  <a:rPr lang="vi-VN" b="1" dirty="0"/>
                  <a:t>4 điện cực</a:t>
                </a:r>
                <a:r>
                  <a:rPr lang="vi-VN" dirty="0"/>
                  <a:t> (2 bơm dòng và 2 đo áp) trên mô cơ (hoặc phantom):</a:t>
                </a:r>
              </a:p>
              <a:p>
                <a:pPr lvl="1"/>
                <a:r>
                  <a:rPr lang="vi-VN" b="1" dirty="0"/>
                  <a:t>2 điện cực ngoài (bơm dòng)</a:t>
                </a:r>
                <a:r>
                  <a:rPr lang="vi-VN" dirty="0"/>
                  <a:t>: Gửi dòng AC vào mô.</a:t>
                </a:r>
              </a:p>
              <a:p>
                <a:pPr lvl="1"/>
                <a:r>
                  <a:rPr lang="vi-VN" b="1" dirty="0"/>
                  <a:t>2 điện cực trong (đo áp)</a:t>
                </a:r>
                <a:r>
                  <a:rPr lang="vi-VN" dirty="0"/>
                  <a:t>: Đo điện áp phản hồi từ mô.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Đo </a:t>
                </a:r>
                <a:r>
                  <a:rPr lang="vi-VN" b="1" dirty="0"/>
                  <a:t>điện áp vi sai</a:t>
                </a:r>
                <a:r>
                  <a:rPr lang="vi-V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tissue</m:t>
                        </m:r>
                      </m:sub>
                    </m:sSub>
                  </m:oMath>
                </a14:m>
                <a:r>
                  <a:rPr lang="vi-VN" dirty="0"/>
                  <a:t>giữa 2 điện cực trong. Việc này giúp loại bỏ ảnh hưởng của </a:t>
                </a:r>
                <a:r>
                  <a:rPr lang="vi-VN" b="1" dirty="0"/>
                  <a:t>trở kháng tiếp xúc</a:t>
                </a:r>
                <a:r>
                  <a:rPr lang="vi-VN" dirty="0"/>
                  <a:t> giữa điện cực và da mô.</a:t>
                </a:r>
              </a:p>
              <a:p>
                <a:r>
                  <a:rPr lang="vi-VN" b="1" dirty="0"/>
                  <a:t>5. INA/Diff Amp (Instrumentation Amplifier)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 Khuếch đại </a:t>
                </a:r>
                <a:r>
                  <a:rPr lang="vi-VN" b="1" dirty="0"/>
                  <a:t>điện áp vi sai</a:t>
                </a:r>
                <a:r>
                  <a:rPr lang="vi-VN" dirty="0"/>
                  <a:t> giữa 2 điện cực đo (sense electrodes).</a:t>
                </a:r>
              </a:p>
              <a:p>
                <a:pPr lvl="1"/>
                <a:r>
                  <a:rPr lang="vi-VN" b="1" dirty="0"/>
                  <a:t>Đảm bảo tín hiệu sạch</a:t>
                </a:r>
                <a:r>
                  <a:rPr lang="vi-VN" dirty="0"/>
                  <a:t>: Mạch khuếch đại này có tác dụng </a:t>
                </a:r>
                <a:r>
                  <a:rPr lang="vi-VN" b="1" dirty="0"/>
                  <a:t>loại bỏ nhiễu common-mode</a:t>
                </a:r>
                <a:r>
                  <a:rPr lang="vi-VN" dirty="0"/>
                  <a:t> và khuếch đại tín hiệu đo lên mức </a:t>
                </a:r>
                <a:r>
                  <a:rPr lang="vi-VN" b="1" dirty="0"/>
                  <a:t>phù hợp</a:t>
                </a:r>
                <a:r>
                  <a:rPr lang="vi-VN" dirty="0"/>
                  <a:t> cho khối tiếp theo.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Giúp </a:t>
                </a:r>
                <a:r>
                  <a:rPr lang="vi-VN" b="1" dirty="0"/>
                  <a:t>tăng cường độ tín hiệu đo được</a:t>
                </a:r>
                <a:r>
                  <a:rPr lang="vi-VN" dirty="0"/>
                  <a:t>, đồng thời </a:t>
                </a:r>
                <a:r>
                  <a:rPr lang="vi-VN" b="1" dirty="0"/>
                  <a:t>loại bỏ nhiễu</a:t>
                </a:r>
                <a:r>
                  <a:rPr lang="vi-VN" dirty="0"/>
                  <a:t> từ điện cực và môi trường.</a:t>
                </a:r>
              </a:p>
              <a:p>
                <a:r>
                  <a:rPr lang="vi-VN" b="1" dirty="0"/>
                  <a:t>6. AD8302 (Gain/Phase Detector)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 Đo </a:t>
                </a:r>
                <a:r>
                  <a:rPr lang="vi-VN" b="1" dirty="0"/>
                  <a:t>tỉ số biên độ</a:t>
                </a:r>
                <a:r>
                  <a:rPr lang="vi-VN" dirty="0"/>
                  <a:t> và </a:t>
                </a:r>
                <a:r>
                  <a:rPr lang="vi-VN" b="1" dirty="0"/>
                  <a:t>lệch pha</a:t>
                </a:r>
                <a:r>
                  <a:rPr lang="vi-VN" dirty="0"/>
                  <a:t> của tín hiệu.</a:t>
                </a:r>
              </a:p>
              <a:p>
                <a:pPr lvl="1"/>
                <a:r>
                  <a:rPr lang="vi-VN" b="1" dirty="0"/>
                  <a:t>Đầu vào</a:t>
                </a:r>
                <a:r>
                  <a:rPr lang="vi-VN" dirty="0"/>
                  <a:t>: Nhận </a:t>
                </a:r>
                <a:r>
                  <a:rPr lang="vi-VN" b="1" dirty="0"/>
                  <a:t>2 tín hiệu sin</a:t>
                </a:r>
                <a:r>
                  <a:rPr lang="vi-VN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ref</m:t>
                        </m:r>
                      </m:sub>
                    </m:sSub>
                  </m:oMath>
                </a14:m>
                <a:r>
                  <a:rPr lang="ar-AE" dirty="0"/>
                  <a:t>(</a:t>
                </a:r>
                <a:r>
                  <a:rPr lang="vi-VN" dirty="0"/>
                  <a:t>đo trên </a:t>
                </a:r>
                <a:r>
                  <a:rPr lang="vi-VN" b="1" dirty="0"/>
                  <a:t>Rref</a:t>
                </a:r>
                <a:r>
                  <a:rPr lang="vi-VN" dirty="0"/>
                  <a:t> - đại diện cho dòng).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</m:e>
                      <m:sub>
                        <m:r>
                          <m:rPr>
                            <m:nor/>
                          </m:rPr>
                          <a:rPr lang="vi-V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tissue</m:t>
                        </m:r>
                      </m:sub>
                    </m:sSub>
                  </m:oMath>
                </a14:m>
                <a:r>
                  <a:rPr lang="ar-AE" dirty="0"/>
                  <a:t>(</a:t>
                </a:r>
                <a:r>
                  <a:rPr lang="vi-VN" dirty="0"/>
                  <a:t>đo trên mô cơ).</a:t>
                </a:r>
              </a:p>
              <a:p>
                <a:pPr lvl="1"/>
                <a:r>
                  <a:rPr lang="vi-VN" b="1" dirty="0"/>
                  <a:t>Đầu ra</a:t>
                </a:r>
                <a:r>
                  <a:rPr lang="vi-VN" dirty="0"/>
                  <a:t>: AD8302 cung cấp </a:t>
                </a:r>
                <a:r>
                  <a:rPr lang="vi-VN" b="1" dirty="0"/>
                  <a:t>2 điện áp DC</a:t>
                </a:r>
                <a:r>
                  <a:rPr lang="vi-VN" dirty="0"/>
                  <a:t>:</a:t>
                </a:r>
              </a:p>
              <a:p>
                <a:pPr lvl="2"/>
                <a:r>
                  <a:rPr lang="vi-VN" b="1" dirty="0"/>
                  <a:t>Vmag_DC</a:t>
                </a:r>
                <a:r>
                  <a:rPr lang="vi-VN" dirty="0"/>
                  <a:t>: Biên độ, tương ứng với </a:t>
                </a:r>
                <a:r>
                  <a:rPr lang="vi-VN" b="1" dirty="0"/>
                  <a:t>|Z|</a:t>
                </a:r>
                <a:r>
                  <a:rPr lang="vi-VN" dirty="0"/>
                  <a:t> (trở kháng mô).</a:t>
                </a:r>
              </a:p>
              <a:p>
                <a:pPr lvl="2"/>
                <a:r>
                  <a:rPr lang="vi-VN" b="1" dirty="0"/>
                  <a:t>Vphs_DC</a:t>
                </a:r>
                <a:r>
                  <a:rPr lang="vi-VN" dirty="0"/>
                  <a:t>: Lệch pha, tương ứng với </a:t>
                </a:r>
                <a:r>
                  <a:rPr lang="vi-VN" b="1" dirty="0"/>
                  <a:t>pha của Z</a:t>
                </a:r>
                <a:r>
                  <a:rPr lang="vi-VN" dirty="0"/>
                  <a:t>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Đưa ra tín hiệu </a:t>
                </a:r>
                <a:r>
                  <a:rPr lang="vi-VN" b="1" dirty="0"/>
                  <a:t>DC đại diện cho |Z| và pha</a:t>
                </a:r>
                <a:r>
                  <a:rPr lang="vi-VN" dirty="0"/>
                  <a:t>, giúp MCU dễ dàng đọc và tính toán.</a:t>
                </a:r>
              </a:p>
              <a:p>
                <a:r>
                  <a:rPr lang="vi-VN" b="1" dirty="0"/>
                  <a:t>7. ADC/BLE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</a:t>
                </a:r>
              </a:p>
              <a:p>
                <a:pPr lvl="1"/>
                <a:r>
                  <a:rPr lang="vi-VN" b="1" dirty="0"/>
                  <a:t>ADC</a:t>
                </a:r>
                <a:r>
                  <a:rPr lang="vi-VN" dirty="0"/>
                  <a:t> (hoặc </a:t>
                </a:r>
                <a:r>
                  <a:rPr lang="vi-VN" b="1" dirty="0"/>
                  <a:t>ADC bên ngoài</a:t>
                </a:r>
                <a:r>
                  <a:rPr lang="vi-VN" dirty="0"/>
                  <a:t> nếu cần tốc độ nhanh hơn) đọc </a:t>
                </a:r>
                <a:r>
                  <a:rPr lang="vi-VN" b="1" dirty="0"/>
                  <a:t>2 tín hiệu DC</a:t>
                </a:r>
                <a:r>
                  <a:rPr lang="vi-VN" dirty="0"/>
                  <a:t> từ AD8302.</a:t>
                </a:r>
              </a:p>
              <a:p>
                <a:pPr lvl="1"/>
                <a:r>
                  <a:rPr lang="vi-VN" b="1" dirty="0"/>
                  <a:t>MCU</a:t>
                </a:r>
                <a:r>
                  <a:rPr lang="vi-VN" dirty="0"/>
                  <a:t> sẽ tính toán </a:t>
                </a:r>
                <a:r>
                  <a:rPr lang="vi-VN" b="1" dirty="0"/>
                  <a:t>|Z|, pha</a:t>
                </a:r>
                <a:r>
                  <a:rPr lang="vi-VN" dirty="0"/>
                  <a:t>, từ đó chuyển qua </a:t>
                </a:r>
                <a:r>
                  <a:rPr lang="vi-VN" b="1" dirty="0"/>
                  <a:t>BLE/USB</a:t>
                </a:r>
                <a:r>
                  <a:rPr lang="vi-VN" dirty="0"/>
                  <a:t> để hiển thị trên điện thoại hoặc máy tính.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</a:t>
                </a:r>
                <a:r>
                  <a:rPr lang="vi-VN" b="1" dirty="0"/>
                  <a:t>Lưu và hiển thị dữ liệu</a:t>
                </a:r>
                <a:r>
                  <a:rPr lang="vi-VN" dirty="0"/>
                  <a:t> cho người dùng hoặc hệ thống phân tích.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vi-VN" b="1" dirty="0"/>
                  <a:t>1. DDS (AD9833)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 Tạo tín hiệu </a:t>
                </a:r>
                <a:r>
                  <a:rPr lang="vi-VN" b="1" dirty="0"/>
                  <a:t>sóng sin</a:t>
                </a:r>
                <a:r>
                  <a:rPr lang="vi-VN" dirty="0"/>
                  <a:t> có tần số </a:t>
                </a:r>
                <a:r>
                  <a:rPr lang="vi-VN" b="1" dirty="0"/>
                  <a:t>được điều khiển từ MCU</a:t>
                </a:r>
                <a:r>
                  <a:rPr lang="vi-VN" dirty="0"/>
                  <a:t>.</a:t>
                </a:r>
              </a:p>
              <a:p>
                <a:pPr lvl="1"/>
                <a:r>
                  <a:rPr lang="vi-VN" b="1" dirty="0"/>
                  <a:t>Tín hiệu ra</a:t>
                </a:r>
                <a:r>
                  <a:rPr lang="vi-VN" dirty="0"/>
                  <a:t>: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𝑉_</a:t>
                </a:r>
                <a:r>
                  <a:rPr lang="vi-V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"exc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vi-VN" dirty="0"/>
                  <a:t>là </a:t>
                </a:r>
                <a:r>
                  <a:rPr lang="vi-VN" b="1" dirty="0"/>
                  <a:t>sóng sin</a:t>
                </a:r>
                <a:r>
                  <a:rPr lang="vi-VN" dirty="0"/>
                  <a:t> với </a:t>
                </a:r>
                <a:r>
                  <a:rPr lang="vi-VN" b="1" dirty="0"/>
                  <a:t>biên độ nhỏ</a:t>
                </a:r>
                <a:r>
                  <a:rPr lang="vi-VN" dirty="0"/>
                  <a:t> (thường là 0.6V p-p).</a:t>
                </a:r>
              </a:p>
              <a:p>
                <a:pPr lvl="1"/>
                <a:r>
                  <a:rPr lang="vi-VN" b="1" dirty="0"/>
                  <a:t>Mục đích</a:t>
                </a:r>
                <a:r>
                  <a:rPr lang="vi-VN" dirty="0"/>
                  <a:t>: Tín hiệu này sẽ được đưa vào </a:t>
                </a:r>
                <a:r>
                  <a:rPr lang="vi-VN" b="1" dirty="0"/>
                  <a:t>mạch V-to-I</a:t>
                </a:r>
                <a:r>
                  <a:rPr lang="vi-VN" dirty="0"/>
                  <a:t> để chuyển thành dòng </a:t>
                </a:r>
                <a:r>
                  <a:rPr lang="vi-VN" b="1" dirty="0"/>
                  <a:t>AC</a:t>
                </a:r>
                <a:r>
                  <a:rPr lang="vi-VN" dirty="0"/>
                  <a:t> ổn định.</a:t>
                </a:r>
              </a:p>
              <a:p>
                <a:r>
                  <a:rPr lang="vi-VN" b="1" dirty="0"/>
                  <a:t>Số liệu tham khảo</a:t>
                </a:r>
                <a:r>
                  <a:rPr lang="vi-VN" dirty="0"/>
                  <a:t>: </a:t>
                </a:r>
                <a:r>
                  <a:rPr lang="vi-VN" b="1" dirty="0"/>
                  <a:t>AD9833</a:t>
                </a:r>
                <a:r>
                  <a:rPr lang="vi-VN" dirty="0"/>
                  <a:t> có thể tạo sóng sin từ </a:t>
                </a:r>
                <a:r>
                  <a:rPr lang="vi-VN" b="1" dirty="0"/>
                  <a:t>10 kHz đến 1 MHz</a:t>
                </a:r>
                <a:r>
                  <a:rPr lang="vi-VN" dirty="0"/>
                  <a:t>, và có thể quét các tần số trong dải này (nếu bạn muốn lên tới 2 MHz, có thể chọn </a:t>
                </a:r>
                <a:r>
                  <a:rPr lang="vi-VN" b="1" dirty="0"/>
                  <a:t>AD9850/AD9851</a:t>
                </a:r>
                <a:r>
                  <a:rPr lang="vi-VN" dirty="0"/>
                  <a:t> thay thế).</a:t>
                </a:r>
              </a:p>
              <a:p>
                <a:r>
                  <a:rPr lang="vi-VN" b="1" dirty="0"/>
                  <a:t>2. LPF/BUF (Low-Pass Filter &amp; Buffer)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</a:t>
                </a:r>
              </a:p>
              <a:p>
                <a:pPr lvl="1"/>
                <a:r>
                  <a:rPr lang="vi-VN" b="1" dirty="0"/>
                  <a:t>LPF</a:t>
                </a:r>
                <a:r>
                  <a:rPr lang="vi-VN" dirty="0"/>
                  <a:t>: Lọc </a:t>
                </a:r>
                <a:r>
                  <a:rPr lang="vi-VN" b="1" dirty="0"/>
                  <a:t>nhiễu bậc cao</a:t>
                </a:r>
                <a:r>
                  <a:rPr lang="vi-VN" dirty="0"/>
                  <a:t> (spurs) từ tín hiệu đầu ra của DDS. Lọc giúp tín hiệu trở nên mịn hơn, tránh hiện tượng </a:t>
                </a:r>
                <a:r>
                  <a:rPr lang="vi-VN" b="1" dirty="0"/>
                  <a:t>sóng bậc 3</a:t>
                </a:r>
                <a:r>
                  <a:rPr lang="vi-VN" dirty="0"/>
                  <a:t> làm nhiễu tín hiệu chính.</a:t>
                </a:r>
              </a:p>
              <a:p>
                <a:pPr lvl="1"/>
                <a:r>
                  <a:rPr lang="vi-VN" b="1" dirty="0"/>
                  <a:t>Buffer</a:t>
                </a:r>
                <a:r>
                  <a:rPr lang="vi-VN" dirty="0"/>
                  <a:t>: Dùng để </a:t>
                </a:r>
                <a:r>
                  <a:rPr lang="vi-VN" b="1" dirty="0"/>
                  <a:t>bảo vệ và cung cấp dòng điện ổn định</a:t>
                </a:r>
                <a:r>
                  <a:rPr lang="vi-VN" dirty="0"/>
                  <a:t> cho mạch V-to-I, giúp </a:t>
                </a:r>
                <a:r>
                  <a:rPr lang="vi-VN" b="1" dirty="0"/>
                  <a:t>đảm bảo tính liên tục của tín hiệu</a:t>
                </a:r>
                <a:r>
                  <a:rPr lang="vi-VN" dirty="0"/>
                  <a:t>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Tín hiệu từ DDS sẽ được làm sạch, và chuẩn bị cho khối </a:t>
                </a:r>
                <a:r>
                  <a:rPr lang="vi-VN" b="1" dirty="0"/>
                  <a:t>V-to-I</a:t>
                </a:r>
                <a:r>
                  <a:rPr lang="vi-VN" dirty="0"/>
                  <a:t> để có </a:t>
                </a:r>
                <a:r>
                  <a:rPr lang="vi-VN" b="1" dirty="0"/>
                  <a:t>dòng ổn định</a:t>
                </a:r>
                <a:r>
                  <a:rPr lang="vi-VN" dirty="0"/>
                  <a:t>.</a:t>
                </a:r>
              </a:p>
              <a:p>
                <a:r>
                  <a:rPr lang="vi-VN" b="1" dirty="0"/>
                  <a:t>3. V-to-I Current Driver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 Chuyển đổi tín hiệu </a:t>
                </a:r>
                <a:r>
                  <a:rPr lang="vi-VN" b="1" dirty="0"/>
                  <a:t>điện áp</a:t>
                </a:r>
                <a:r>
                  <a:rPr lang="vi-VN" dirty="0"/>
                  <a:t> từ DDS thành </a:t>
                </a:r>
                <a:r>
                  <a:rPr lang="vi-VN" b="1" dirty="0"/>
                  <a:t>dòng điện ổn định</a:t>
                </a:r>
                <a:r>
                  <a:rPr lang="vi-VN" dirty="0"/>
                  <a:t> đi qua mô.</a:t>
                </a:r>
              </a:p>
              <a:p>
                <a:pPr lvl="1"/>
                <a:r>
                  <a:rPr lang="vi-VN" b="1" dirty="0"/>
                  <a:t>Vấn đề cần giải quyết</a:t>
                </a:r>
                <a:r>
                  <a:rPr lang="vi-VN" dirty="0"/>
                  <a:t>: Cần bơm </a:t>
                </a:r>
                <a:r>
                  <a:rPr lang="vi-VN" b="1" dirty="0"/>
                  <a:t>dòng AC ổn định</a:t>
                </a:r>
                <a:r>
                  <a:rPr lang="vi-VN" dirty="0"/>
                  <a:t> qua mô cơ để tính </a:t>
                </a:r>
                <a:r>
                  <a:rPr lang="vi-VN" b="1" dirty="0"/>
                  <a:t>trở kháng</a:t>
                </a:r>
                <a:r>
                  <a:rPr lang="vi-VN" dirty="0"/>
                  <a:t> </a:t>
                </a:r>
                <a:r>
                  <a:rPr lang="vi-V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𝑍=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𝑉/𝐼</a:t>
                </a:r>
                <a:r>
                  <a:rPr lang="ar-AE" dirty="0"/>
                  <a:t>.</a:t>
                </a:r>
              </a:p>
              <a:p>
                <a:pPr lvl="1"/>
                <a:r>
                  <a:rPr lang="vi-VN" b="1" dirty="0"/>
                  <a:t>Cách hoạt động</a:t>
                </a:r>
                <a:r>
                  <a:rPr lang="vi-VN" dirty="0"/>
                  <a:t>: Mạch sử dụng </a:t>
                </a:r>
                <a:r>
                  <a:rPr lang="vi-VN" b="1" dirty="0"/>
                  <a:t>op-amp</a:t>
                </a:r>
                <a:r>
                  <a:rPr lang="vi-VN" dirty="0"/>
                  <a:t> để điều khiển dòng điện. </a:t>
                </a:r>
                <a:r>
                  <a:rPr lang="vi-VN" b="1" dirty="0"/>
                  <a:t>Điện áp từ DDS</a:t>
                </a:r>
                <a:r>
                  <a:rPr lang="vi-VN" dirty="0"/>
                  <a:t> sẽ được chuyển thành dòng điện ổn định thông qua </a:t>
                </a:r>
                <a:r>
                  <a:rPr lang="vi-VN" b="1" dirty="0"/>
                  <a:t>điện trở chuẩn (Rref)</a:t>
                </a:r>
                <a:r>
                  <a:rPr lang="vi-VN" dirty="0"/>
                  <a:t>. Dòng điện được bơm vào </a:t>
                </a:r>
                <a:r>
                  <a:rPr lang="vi-VN" b="1" dirty="0"/>
                  <a:t>mô cơ</a:t>
                </a:r>
                <a:r>
                  <a:rPr lang="vi-VN" dirty="0"/>
                  <a:t> (hoặc phantom).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Giúp duy trì dòng điện ổn định qua mô cơ, không bị ảnh hưởng bởi sự thay đổi trở kháng của mô.</a:t>
                </a:r>
              </a:p>
              <a:p>
                <a:r>
                  <a:rPr lang="vi-VN" b="1" dirty="0"/>
                  <a:t>4. 4 Điện cực (Tetrapolar)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 Đặt </a:t>
                </a:r>
                <a:r>
                  <a:rPr lang="vi-VN" b="1" dirty="0"/>
                  <a:t>4 điện cực</a:t>
                </a:r>
                <a:r>
                  <a:rPr lang="vi-VN" dirty="0"/>
                  <a:t> (2 bơm dòng và 2 đo áp) trên mô cơ (hoặc phantom):</a:t>
                </a:r>
              </a:p>
              <a:p>
                <a:pPr lvl="1"/>
                <a:r>
                  <a:rPr lang="vi-VN" b="1" dirty="0"/>
                  <a:t>2 điện cực ngoài (bơm dòng)</a:t>
                </a:r>
                <a:r>
                  <a:rPr lang="vi-VN" dirty="0"/>
                  <a:t>: Gửi dòng AC vào mô.</a:t>
                </a:r>
              </a:p>
              <a:p>
                <a:pPr lvl="1"/>
                <a:r>
                  <a:rPr lang="vi-VN" b="1" dirty="0"/>
                  <a:t>2 điện cực trong (đo áp)</a:t>
                </a:r>
                <a:r>
                  <a:rPr lang="vi-VN" dirty="0"/>
                  <a:t>: Đo điện áp phản hồi từ mô.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Đo </a:t>
                </a:r>
                <a:r>
                  <a:rPr lang="vi-VN" b="1" dirty="0"/>
                  <a:t>điện áp vi sai</a:t>
                </a:r>
                <a:r>
                  <a:rPr lang="vi-VN" dirty="0"/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𝑉_</a:t>
                </a:r>
                <a:r>
                  <a:rPr lang="vi-V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"tissue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vi-VN" dirty="0"/>
                  <a:t>giữa 2 điện cực trong. Việc này giúp loại bỏ ảnh hưởng của </a:t>
                </a:r>
                <a:r>
                  <a:rPr lang="vi-VN" b="1" dirty="0"/>
                  <a:t>trở kháng tiếp xúc</a:t>
                </a:r>
                <a:r>
                  <a:rPr lang="vi-VN" dirty="0"/>
                  <a:t> giữa điện cực và da mô.</a:t>
                </a:r>
              </a:p>
              <a:p>
                <a:r>
                  <a:rPr lang="vi-VN" b="1" dirty="0"/>
                  <a:t>5. INA/Diff Amp (Instrumentation Amplifier)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 Khuếch đại </a:t>
                </a:r>
                <a:r>
                  <a:rPr lang="vi-VN" b="1" dirty="0"/>
                  <a:t>điện áp vi sai</a:t>
                </a:r>
                <a:r>
                  <a:rPr lang="vi-VN" dirty="0"/>
                  <a:t> giữa 2 điện cực đo (sense electrodes).</a:t>
                </a:r>
              </a:p>
              <a:p>
                <a:pPr lvl="1"/>
                <a:r>
                  <a:rPr lang="vi-VN" b="1" dirty="0"/>
                  <a:t>Đảm bảo tín hiệu sạch</a:t>
                </a:r>
                <a:r>
                  <a:rPr lang="vi-VN" dirty="0"/>
                  <a:t>: Mạch khuếch đại này có tác dụng </a:t>
                </a:r>
                <a:r>
                  <a:rPr lang="vi-VN" b="1" dirty="0"/>
                  <a:t>loại bỏ nhiễu common-mode</a:t>
                </a:r>
                <a:r>
                  <a:rPr lang="vi-VN" dirty="0"/>
                  <a:t> và khuếch đại tín hiệu đo lên mức </a:t>
                </a:r>
                <a:r>
                  <a:rPr lang="vi-VN" b="1" dirty="0"/>
                  <a:t>phù hợp</a:t>
                </a:r>
                <a:r>
                  <a:rPr lang="vi-VN" dirty="0"/>
                  <a:t> cho khối tiếp theo.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Giúp </a:t>
                </a:r>
                <a:r>
                  <a:rPr lang="vi-VN" b="1" dirty="0"/>
                  <a:t>tăng cường độ tín hiệu đo được</a:t>
                </a:r>
                <a:r>
                  <a:rPr lang="vi-VN" dirty="0"/>
                  <a:t>, đồng thời </a:t>
                </a:r>
                <a:r>
                  <a:rPr lang="vi-VN" b="1" dirty="0"/>
                  <a:t>loại bỏ nhiễu</a:t>
                </a:r>
                <a:r>
                  <a:rPr lang="vi-VN" dirty="0"/>
                  <a:t> từ điện cực và môi trường.</a:t>
                </a:r>
              </a:p>
              <a:p>
                <a:r>
                  <a:rPr lang="vi-VN" b="1" dirty="0"/>
                  <a:t>6. AD8302 (Gain/Phase Detector)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 Đo </a:t>
                </a:r>
                <a:r>
                  <a:rPr lang="vi-VN" b="1" dirty="0"/>
                  <a:t>tỉ số biên độ</a:t>
                </a:r>
                <a:r>
                  <a:rPr lang="vi-VN" dirty="0"/>
                  <a:t> và </a:t>
                </a:r>
                <a:r>
                  <a:rPr lang="vi-VN" b="1" dirty="0"/>
                  <a:t>lệch pha</a:t>
                </a:r>
                <a:r>
                  <a:rPr lang="vi-VN" dirty="0"/>
                  <a:t> của tín hiệu.</a:t>
                </a:r>
              </a:p>
              <a:p>
                <a:pPr lvl="1"/>
                <a:r>
                  <a:rPr lang="vi-VN" b="1" dirty="0"/>
                  <a:t>Đầu vào</a:t>
                </a:r>
                <a:r>
                  <a:rPr lang="vi-VN" dirty="0"/>
                  <a:t>: Nhận </a:t>
                </a:r>
                <a:r>
                  <a:rPr lang="vi-VN" b="1" dirty="0"/>
                  <a:t>2 tín hiệu sin</a:t>
                </a:r>
                <a:r>
                  <a:rPr lang="vi-VN" dirty="0"/>
                  <a:t>:</a:t>
                </a:r>
              </a:p>
              <a:p>
                <a:pPr lvl="2"/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𝑉_</a:t>
                </a:r>
                <a:r>
                  <a:rPr lang="vi-V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"ref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ar-AE" dirty="0"/>
                  <a:t>(</a:t>
                </a:r>
                <a:r>
                  <a:rPr lang="vi-VN" dirty="0"/>
                  <a:t>đo trên </a:t>
                </a:r>
                <a:r>
                  <a:rPr lang="vi-VN" b="1" dirty="0"/>
                  <a:t>Rref</a:t>
                </a:r>
                <a:r>
                  <a:rPr lang="vi-VN" dirty="0"/>
                  <a:t> - đại diện cho dòng).</a:t>
                </a:r>
              </a:p>
              <a:p>
                <a:pPr lvl="2"/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𝑉_</a:t>
                </a:r>
                <a:r>
                  <a:rPr lang="vi-V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"tissue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ar-AE" dirty="0"/>
                  <a:t>(</a:t>
                </a:r>
                <a:r>
                  <a:rPr lang="vi-VN" dirty="0"/>
                  <a:t>đo trên mô cơ).</a:t>
                </a:r>
              </a:p>
              <a:p>
                <a:pPr lvl="1"/>
                <a:r>
                  <a:rPr lang="vi-VN" b="1" dirty="0"/>
                  <a:t>Đầu ra</a:t>
                </a:r>
                <a:r>
                  <a:rPr lang="vi-VN" dirty="0"/>
                  <a:t>: AD8302 cung cấp </a:t>
                </a:r>
                <a:r>
                  <a:rPr lang="vi-VN" b="1" dirty="0"/>
                  <a:t>2 điện áp DC</a:t>
                </a:r>
                <a:r>
                  <a:rPr lang="vi-VN" dirty="0"/>
                  <a:t>:</a:t>
                </a:r>
              </a:p>
              <a:p>
                <a:pPr lvl="2"/>
                <a:r>
                  <a:rPr lang="vi-VN" b="1" dirty="0"/>
                  <a:t>Vmag_DC</a:t>
                </a:r>
                <a:r>
                  <a:rPr lang="vi-VN" dirty="0"/>
                  <a:t>: Biên độ, tương ứng với </a:t>
                </a:r>
                <a:r>
                  <a:rPr lang="vi-VN" b="1" dirty="0"/>
                  <a:t>|Z|</a:t>
                </a:r>
                <a:r>
                  <a:rPr lang="vi-VN" dirty="0"/>
                  <a:t> (trở kháng mô).</a:t>
                </a:r>
              </a:p>
              <a:p>
                <a:pPr lvl="2"/>
                <a:r>
                  <a:rPr lang="vi-VN" b="1" dirty="0"/>
                  <a:t>Vphs_DC</a:t>
                </a:r>
                <a:r>
                  <a:rPr lang="vi-VN" dirty="0"/>
                  <a:t>: Lệch pha, tương ứng với </a:t>
                </a:r>
                <a:r>
                  <a:rPr lang="vi-VN" b="1" dirty="0"/>
                  <a:t>pha của Z</a:t>
                </a:r>
                <a:r>
                  <a:rPr lang="vi-VN" dirty="0"/>
                  <a:t>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Đưa ra tín hiệu </a:t>
                </a:r>
                <a:r>
                  <a:rPr lang="vi-VN" b="1" dirty="0"/>
                  <a:t>DC đại diện cho |Z| và pha</a:t>
                </a:r>
                <a:r>
                  <a:rPr lang="vi-VN" dirty="0"/>
                  <a:t>, giúp MCU dễ dàng đọc và tính toán.</a:t>
                </a:r>
              </a:p>
              <a:p>
                <a:r>
                  <a:rPr lang="vi-VN" b="1" dirty="0"/>
                  <a:t>7. ADC/BLE</a:t>
                </a:r>
              </a:p>
              <a:p>
                <a:r>
                  <a:rPr lang="vi-VN" b="1" dirty="0"/>
                  <a:t>Chức năng</a:t>
                </a:r>
                <a:r>
                  <a:rPr lang="vi-VN" dirty="0"/>
                  <a:t>:</a:t>
                </a:r>
              </a:p>
              <a:p>
                <a:pPr lvl="1"/>
                <a:r>
                  <a:rPr lang="vi-VN" b="1" dirty="0"/>
                  <a:t>ADC</a:t>
                </a:r>
                <a:r>
                  <a:rPr lang="vi-VN" dirty="0"/>
                  <a:t> (hoặc </a:t>
                </a:r>
                <a:r>
                  <a:rPr lang="vi-VN" b="1" dirty="0"/>
                  <a:t>ADC bên ngoài</a:t>
                </a:r>
                <a:r>
                  <a:rPr lang="vi-VN" dirty="0"/>
                  <a:t> nếu cần tốc độ nhanh hơn) đọc </a:t>
                </a:r>
                <a:r>
                  <a:rPr lang="vi-VN" b="1" dirty="0"/>
                  <a:t>2 tín hiệu DC</a:t>
                </a:r>
                <a:r>
                  <a:rPr lang="vi-VN" dirty="0"/>
                  <a:t> từ AD8302.</a:t>
                </a:r>
              </a:p>
              <a:p>
                <a:pPr lvl="1"/>
                <a:r>
                  <a:rPr lang="vi-VN" b="1" dirty="0"/>
                  <a:t>MCU</a:t>
                </a:r>
                <a:r>
                  <a:rPr lang="vi-VN" dirty="0"/>
                  <a:t> sẽ tính toán </a:t>
                </a:r>
                <a:r>
                  <a:rPr lang="vi-VN" b="1" dirty="0"/>
                  <a:t>|Z|, pha</a:t>
                </a:r>
                <a:r>
                  <a:rPr lang="vi-VN" dirty="0"/>
                  <a:t>, từ đó chuyển qua </a:t>
                </a:r>
                <a:r>
                  <a:rPr lang="vi-VN" b="1" dirty="0"/>
                  <a:t>BLE/USB</a:t>
                </a:r>
                <a:r>
                  <a:rPr lang="vi-VN" dirty="0"/>
                  <a:t> để hiển thị trên điện thoại hoặc máy tính.</a:t>
                </a:r>
              </a:p>
              <a:p>
                <a:r>
                  <a:rPr lang="vi-VN" b="1" dirty="0"/>
                  <a:t>Mục đích</a:t>
                </a:r>
                <a:r>
                  <a:rPr lang="vi-VN" dirty="0"/>
                  <a:t>: </a:t>
                </a:r>
                <a:r>
                  <a:rPr lang="vi-VN" b="1" dirty="0"/>
                  <a:t>Lưu và hiển thị dữ liệu</a:t>
                </a:r>
                <a:r>
                  <a:rPr lang="vi-VN" dirty="0"/>
                  <a:t> cho người dùng hoặc hệ thống phân tích.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48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40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B2E6-BD5D-13E0-5786-39E433F6C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D11C7-A746-82B4-4AB5-3EA0FB467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A972-D17E-3B6F-1D51-C35B00BE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DE4-4558-4141-B74D-6A52FA8EEA94}" type="datetime1">
              <a:rPr lang="vi-VN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BE2F8-DA5B-4B9A-E9B0-F3C75348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5DE63-53EC-B8CC-763A-02854576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918F-D231-E75D-CCF3-5D5D5632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E93B-DD11-5B3B-8187-78849F37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F4586-AE70-F9F5-323B-1987A457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EF259-2396-A321-252E-E478E375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0A67-4314-937B-9C2B-829A7CD6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7CD-4213-BB3A-D14E-B9862F32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31681-1F53-EE8C-0E17-10CC96BD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7004-AE89-2428-F52F-1AAD58D2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4FD0-DA0A-4E51-AB0D-D3233A87CBD8}" type="datetime1">
              <a:rPr lang="vi-VN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F4247-A47E-799D-4C25-C7AA3E18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5364-8C20-5586-2F0F-57FC2563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E55F-64B2-14EB-7C80-F7EF92B4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C80D-DCD4-0711-9A9E-8B3A86B42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2CCF5-D60A-CD5B-985D-3A8AE50FB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5955F-E218-2519-51D9-005D953D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87B6-217B-4969-98BC-36956AB1925F}" type="datetime1">
              <a:rPr lang="vi-VN" smtClean="0"/>
              <a:t>25/12/2025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A69ED-EBA8-4EC6-046A-26AE4761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D2393-C611-219E-4605-9DB09FEC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0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F535-E8E8-AF0C-641A-BBAAB3E9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38191-C1C8-B3D8-97F4-2B9D1B69C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D825A-8DE0-6C36-3DCA-25AA60E64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CD042-1DD0-A01B-48F3-670BDC8F0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CBE8B-B8A3-4665-2FB5-29C13FD96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27CCF-C471-7BDE-5C07-C184CAAB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27AD8-3334-479F-BAFA-A093B7532044}" type="datetime1">
              <a:rPr lang="vi-VN" smtClean="0"/>
              <a:t>25/12/2025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8CF16-7D61-EE97-9186-038CF658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05CC3-4FD9-0F9F-0FE2-87ECCF41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6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F0AF-2C2E-0DAA-522F-8A539CCE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B538C-89A1-F98D-3388-2A1755D8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144F-119F-42B1-90B9-57F184726D5C}" type="datetime1">
              <a:rPr lang="vi-VN" smtClean="0"/>
              <a:t>25/12/2025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F89BC-47F7-71BF-9232-D11D26B2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EFBD2-02C8-DC47-1BF8-B404A6BB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5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59863-67E9-1674-4846-80F115A6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66EB-A638-4BA2-8AA5-F8D750AF9EFD}" type="datetime1">
              <a:rPr lang="vi-VN" smtClean="0"/>
              <a:t>25/12/2025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CA1BF-C6B6-DB23-5087-BBC7C4E1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3053A-A097-93E5-A5E5-3DF8CF03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3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F4CD-C297-7FD1-0FE9-D85723E5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000F-23EC-65D6-32DC-D1E191B5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65AE5-99B9-1B17-FABA-770749E5D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1C15E-DE0C-FD9B-E15A-482CE0541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80C8-AF9F-42FE-8BBF-AE337B24C20C}" type="datetime1">
              <a:rPr lang="vi-VN" smtClean="0"/>
              <a:t>25/12/2025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02996-E96C-C5E4-D19B-1F0F5D7F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0FC0-6E1F-2E13-73A1-63B05826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3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AD24-69EC-F12C-A5DF-84B8CE89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3175E-9853-B3A6-EA4A-8EF8D227E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7461-75E1-1949-4F15-2D9158439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3B741-D5D3-AA1E-4858-3EB1D044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7A8E-4CC3-4EA2-83B4-94BF9DE947DC}" type="datetime1">
              <a:rPr lang="vi-VN" smtClean="0"/>
              <a:t>25/12/2025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527A8-4302-C04E-311B-A201A755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957D-F73E-5F29-20DF-ABB2D5BF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3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D26E-FFD9-94B5-0B3A-80DC2631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5239B-97A4-471A-623E-38CB9FE50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EB5FB-F1AD-5035-5DC0-9CBAD99A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EEFA-0D90-436A-8E91-93EB85AB11E1}" type="datetime1">
              <a:rPr lang="vi-VN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5091A-BC54-9260-E7A0-FA9133F6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F48B0-D72E-5AFE-9466-9281ED3C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5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D64D7-8A73-13E7-054D-76BDDEC3D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048B5-AE68-32A5-9E40-D416CF455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CA149-7469-2E94-44E6-F705180A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B03-5943-43D8-B1AE-1E2B0A36C8D8}" type="datetime1">
              <a:rPr lang="vi-VN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F7038-9A47-B2A7-0AB8-ACC1064B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5774-D2AB-316B-1CD2-50033879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2AAFE-EA9A-041B-FAE4-DF79E144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FD2E9-C2C6-B3CC-D4D6-0C181864E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06E6-C815-FA0C-56F1-DEABCE0DC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E318E-09DA-4019-A23C-446898E6BFD2}" type="datetime1">
              <a:rPr lang="vi-VN" smtClean="0"/>
              <a:t>25/12/2025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575A-E704-ED3A-3137-E12C0CC5C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60679-4C76-BC01-F47B-711E4888E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3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C130-FAB7-3278-D1B1-D087BA9E3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493513"/>
            <a:ext cx="9144000" cy="1077314"/>
          </a:xfrm>
        </p:spPr>
        <p:txBody>
          <a:bodyPr>
            <a:noAutofit/>
          </a:bodyPr>
          <a:lstStyle/>
          <a:p>
            <a:r>
              <a:rPr lang="vi-VN" sz="2800" dirty="0">
                <a:latin typeface="Aptos Display (Headings)"/>
              </a:rPr>
              <a:t>BÁO CÁO TIẾN ĐỘ TUẦN </a:t>
            </a:r>
            <a:r>
              <a:rPr lang="en-US" sz="2800">
                <a:latin typeface="Aptos Display (Headings)"/>
              </a:rPr>
              <a:t>3</a:t>
            </a:r>
            <a:endParaRPr lang="en-US" sz="2800" dirty="0">
              <a:latin typeface="Aptos Display (Headings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124DD-8F22-02F5-68D9-ED3B99753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7948" y="4606503"/>
            <a:ext cx="4192438" cy="69011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vi-VN" dirty="0"/>
              <a:t>CBHD: PGS. TS. Nguyễn Văn Hiếu</a:t>
            </a:r>
          </a:p>
          <a:p>
            <a:pPr algn="l"/>
            <a:r>
              <a:rPr lang="vi-VN" dirty="0"/>
              <a:t>HVCH: Võ Tấn Minh Khôi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7AD12-38A5-8BAD-956A-7D410826418C}"/>
              </a:ext>
            </a:extLst>
          </p:cNvPr>
          <p:cNvSpPr txBox="1"/>
          <p:nvPr/>
        </p:nvSpPr>
        <p:spPr>
          <a:xfrm>
            <a:off x="2940170" y="287251"/>
            <a:ext cx="6311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Aptos Display (Headings)"/>
              </a:rPr>
              <a:t>ĐẠI HỌC QUỐC GIA THÀNH PHỐ HỒ CHÍ MINH</a:t>
            </a:r>
          </a:p>
          <a:p>
            <a:pPr algn="ctr"/>
            <a:r>
              <a:rPr lang="vi-VN" sz="2400" dirty="0">
                <a:latin typeface="Aptos Display (Headings)"/>
              </a:rPr>
              <a:t>ĐẠI HỌC KHOA HỌC TỰ NHIÊN</a:t>
            </a:r>
            <a:endParaRPr lang="en-US" sz="24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AA7A7-5232-9FFD-2BF9-6D382EBE4D7A}"/>
              </a:ext>
            </a:extLst>
          </p:cNvPr>
          <p:cNvSpPr txBox="1"/>
          <p:nvPr/>
        </p:nvSpPr>
        <p:spPr>
          <a:xfrm>
            <a:off x="4474952" y="1057727"/>
            <a:ext cx="3242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/>
              <a:t>Khoa Điện tử - Viễn thông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C0004-C9AB-6AFF-5EB0-5F9143B6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7" y="121728"/>
            <a:ext cx="1630722" cy="1336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2C567-3450-0FBF-FC88-51C51BD26D7E}"/>
              </a:ext>
            </a:extLst>
          </p:cNvPr>
          <p:cNvSpPr txBox="1"/>
          <p:nvPr/>
        </p:nvSpPr>
        <p:spPr>
          <a:xfrm>
            <a:off x="4646761" y="6280030"/>
            <a:ext cx="289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TP. HỒ CHÍ MINH,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46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8402-3F61-20D8-3D3C-188C78B0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Change requested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51A43-4DE1-8399-2489-698FC5D9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25/12/2025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F54B5-DA58-547D-1F88-B73002E2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C045B242-1334-F872-E4E5-C064604AD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370" y="1903263"/>
            <a:ext cx="6596258" cy="356588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D9FBA3-1A43-8B25-596A-2022C708DB6F}"/>
              </a:ext>
            </a:extLst>
          </p:cNvPr>
          <p:cNvCxnSpPr/>
          <p:nvPr/>
        </p:nvCxnSpPr>
        <p:spPr>
          <a:xfrm>
            <a:off x="5262880" y="2123440"/>
            <a:ext cx="1859280" cy="2814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17143F-AD85-DA8D-2D3D-DAC6D5998927}"/>
              </a:ext>
            </a:extLst>
          </p:cNvPr>
          <p:cNvCxnSpPr>
            <a:cxnSpLocks/>
          </p:cNvCxnSpPr>
          <p:nvPr/>
        </p:nvCxnSpPr>
        <p:spPr>
          <a:xfrm flipH="1">
            <a:off x="5140960" y="2123440"/>
            <a:ext cx="1757680" cy="2814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244B8F0-E9E2-F1AE-7C3E-7656C259E23D}"/>
              </a:ext>
            </a:extLst>
          </p:cNvPr>
          <p:cNvSpPr txBox="1"/>
          <p:nvPr/>
        </p:nvSpPr>
        <p:spPr>
          <a:xfrm>
            <a:off x="437990" y="2532044"/>
            <a:ext cx="3565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Target: </a:t>
            </a:r>
            <a:r>
              <a:rPr lang="en-US" dirty="0"/>
              <a:t>100 kHz </a:t>
            </a:r>
            <a:r>
              <a:rPr lang="en-US" dirty="0">
                <a:sym typeface="Wingdings" panose="05000000000000000000" pitchFamily="2" charset="2"/>
              </a:rPr>
              <a:t> 2 MHz</a:t>
            </a:r>
            <a:endParaRPr lang="vi-VN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ym typeface="Wingdings" panose="05000000000000000000" pitchFamily="2" charset="2"/>
              </a:rPr>
              <a:t>AD5933 max freq: 100 kHz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71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51EE9-664A-2032-9F40-D73BAC61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EIM Block diagram proposed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F287A-D35C-1F69-C465-0D953915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25/12/2025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1039A-A5BE-4FFC-0EE9-AC369012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14D0A6-AC1B-5C99-218E-210FE0249AAC}"/>
              </a:ext>
            </a:extLst>
          </p:cNvPr>
          <p:cNvSpPr/>
          <p:nvPr/>
        </p:nvSpPr>
        <p:spPr>
          <a:xfrm>
            <a:off x="838200" y="2451207"/>
            <a:ext cx="1251857" cy="59935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dirty="0"/>
              <a:t>DDS</a:t>
            </a:r>
          </a:p>
          <a:p>
            <a:pPr algn="ctr"/>
            <a:r>
              <a:rPr lang="vi-VN" dirty="0"/>
              <a:t>(AD9833)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8DAE05-ABCD-9DBF-0125-3228C945D81A}"/>
              </a:ext>
            </a:extLst>
          </p:cNvPr>
          <p:cNvSpPr/>
          <p:nvPr/>
        </p:nvSpPr>
        <p:spPr>
          <a:xfrm>
            <a:off x="2955471" y="2451207"/>
            <a:ext cx="1251857" cy="5993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LPF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DAF5C4-C439-606B-7B81-8DBA216CD504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2090057" y="2750884"/>
            <a:ext cx="8654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1823B2-9933-A60B-B6C7-7C2B44FB5A74}"/>
              </a:ext>
            </a:extLst>
          </p:cNvPr>
          <p:cNvSpPr txBox="1"/>
          <p:nvPr/>
        </p:nvSpPr>
        <p:spPr>
          <a:xfrm>
            <a:off x="2165456" y="2474259"/>
            <a:ext cx="714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/>
              <a:t>V (sin)</a:t>
            </a:r>
            <a:endParaRPr lang="en-US" sz="1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E432F4-FC70-CE37-96FE-5AFFB4D50433}"/>
              </a:ext>
            </a:extLst>
          </p:cNvPr>
          <p:cNvSpPr/>
          <p:nvPr/>
        </p:nvSpPr>
        <p:spPr>
          <a:xfrm>
            <a:off x="5280211" y="2451623"/>
            <a:ext cx="1251857" cy="59935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1200" dirty="0"/>
              <a:t>V </a:t>
            </a:r>
            <a:r>
              <a:rPr lang="vi-VN" sz="1200" dirty="0">
                <a:sym typeface="Wingdings" panose="05000000000000000000" pitchFamily="2" charset="2"/>
              </a:rPr>
              <a:t> I</a:t>
            </a:r>
            <a:br>
              <a:rPr lang="vi-VN" sz="1200" dirty="0">
                <a:sym typeface="Wingdings" panose="05000000000000000000" pitchFamily="2" charset="2"/>
              </a:rPr>
            </a:br>
            <a:r>
              <a:rPr lang="vi-VN" sz="1200" dirty="0">
                <a:sym typeface="Wingdings" panose="05000000000000000000" pitchFamily="2" charset="2"/>
              </a:rPr>
              <a:t>(</a:t>
            </a:r>
            <a:r>
              <a:rPr lang="vi-VN" sz="1200" dirty="0"/>
              <a:t>AD844, OPA541)</a:t>
            </a:r>
            <a:endParaRPr lang="en-US" sz="12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E134DB-4AD5-E145-D356-27EEAA7CD104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4207328" y="2750884"/>
            <a:ext cx="1072883" cy="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33876BD-5DBC-7182-F0DA-871C526C9852}"/>
              </a:ext>
            </a:extLst>
          </p:cNvPr>
          <p:cNvSpPr txBox="1"/>
          <p:nvPr/>
        </p:nvSpPr>
        <p:spPr>
          <a:xfrm>
            <a:off x="4207328" y="2474259"/>
            <a:ext cx="1072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/>
              <a:t>V (sin_filt)</a:t>
            </a:r>
            <a:endParaRPr lang="en-US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1523D0E-1875-92AD-12CF-BBA6F4F83004}"/>
              </a:ext>
            </a:extLst>
          </p:cNvPr>
          <p:cNvCxnSpPr>
            <a:stCxn id="17" idx="3"/>
          </p:cNvCxnSpPr>
          <p:nvPr/>
        </p:nvCxnSpPr>
        <p:spPr>
          <a:xfrm flipV="1">
            <a:off x="6532068" y="2750884"/>
            <a:ext cx="1236490" cy="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46204A1-22EE-CEBF-7454-716E6821281C}"/>
              </a:ext>
            </a:extLst>
          </p:cNvPr>
          <p:cNvSpPr/>
          <p:nvPr/>
        </p:nvSpPr>
        <p:spPr>
          <a:xfrm>
            <a:off x="7468880" y="2482359"/>
            <a:ext cx="1251857" cy="59935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tetrapolar </a:t>
            </a:r>
            <a:r>
              <a:rPr lang="vi-VN" sz="1200" dirty="0"/>
              <a:t>electrodoes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5EFC10-D866-5BDB-464C-CB03DB681F07}"/>
              </a:ext>
            </a:extLst>
          </p:cNvPr>
          <p:cNvSpPr txBox="1"/>
          <p:nvPr/>
        </p:nvSpPr>
        <p:spPr>
          <a:xfrm>
            <a:off x="6532068" y="2474259"/>
            <a:ext cx="1072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</a:t>
            </a:r>
            <a:r>
              <a:rPr lang="vi-VN" sz="1400" dirty="0"/>
              <a:t>(sin_filt)</a:t>
            </a:r>
            <a:endParaRPr lang="en-US" sz="14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49F9A47-DFEB-9157-192E-74565F96BD77}"/>
              </a:ext>
            </a:extLst>
          </p:cNvPr>
          <p:cNvSpPr/>
          <p:nvPr/>
        </p:nvSpPr>
        <p:spPr>
          <a:xfrm>
            <a:off x="9820184" y="4630554"/>
            <a:ext cx="1251857" cy="5993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V_Ref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0D8D52B-6DB5-CAA2-8D86-1116BFE24692}"/>
              </a:ext>
            </a:extLst>
          </p:cNvPr>
          <p:cNvSpPr/>
          <p:nvPr/>
        </p:nvSpPr>
        <p:spPr>
          <a:xfrm>
            <a:off x="9820184" y="5460429"/>
            <a:ext cx="1251857" cy="5993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V_tissue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9D19916-BA08-7360-4A0D-70B2A84B44D0}"/>
              </a:ext>
            </a:extLst>
          </p:cNvPr>
          <p:cNvCxnSpPr>
            <a:stCxn id="26" idx="3"/>
            <a:endCxn id="33" idx="3"/>
          </p:cNvCxnSpPr>
          <p:nvPr/>
        </p:nvCxnSpPr>
        <p:spPr>
          <a:xfrm>
            <a:off x="8720737" y="2782036"/>
            <a:ext cx="2351304" cy="2978070"/>
          </a:xfrm>
          <a:prstGeom prst="bentConnector3">
            <a:avLst>
              <a:gd name="adj1" fmla="val 1299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42C2D65-0190-C9E3-BC59-2E7CA1ABEFB0}"/>
              </a:ext>
            </a:extLst>
          </p:cNvPr>
          <p:cNvSpPr/>
          <p:nvPr/>
        </p:nvSpPr>
        <p:spPr>
          <a:xfrm>
            <a:off x="7631514" y="5044149"/>
            <a:ext cx="1251857" cy="59935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Gain/Phase Detector</a:t>
            </a:r>
            <a:br>
              <a:rPr lang="vi-VN" sz="1200" dirty="0"/>
            </a:br>
            <a:r>
              <a:rPr lang="vi-VN" sz="1200" dirty="0"/>
              <a:t>(</a:t>
            </a:r>
            <a:r>
              <a:rPr lang="en-US" sz="1200" dirty="0"/>
              <a:t>AD8302 </a:t>
            </a:r>
            <a:r>
              <a:rPr lang="vi-VN" sz="1200" dirty="0"/>
              <a:t>)</a:t>
            </a:r>
            <a:endParaRPr lang="en-US" sz="120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EA0B374-FE1E-1B79-7D6B-C44130B1EAD0}"/>
              </a:ext>
            </a:extLst>
          </p:cNvPr>
          <p:cNvSpPr/>
          <p:nvPr/>
        </p:nvSpPr>
        <p:spPr>
          <a:xfrm>
            <a:off x="5637188" y="5460429"/>
            <a:ext cx="1251857" cy="5993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Vphs_DC</a:t>
            </a:r>
            <a:endParaRPr lang="vi-VN" sz="140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BCB8215-59E6-96EC-86C6-CA24E8F118F1}"/>
              </a:ext>
            </a:extLst>
          </p:cNvPr>
          <p:cNvSpPr/>
          <p:nvPr/>
        </p:nvSpPr>
        <p:spPr>
          <a:xfrm>
            <a:off x="5637188" y="4600745"/>
            <a:ext cx="1251857" cy="5993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Vmag</a:t>
            </a:r>
            <a:r>
              <a:rPr lang="en-US" sz="1200" dirty="0"/>
              <a:t>_</a:t>
            </a:r>
            <a:r>
              <a:rPr lang="vi-VN" sz="1200" dirty="0"/>
              <a:t>DC~ |Z|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9D5C4013-E5B8-C544-A2EF-A0092851CB93}"/>
              </a:ext>
            </a:extLst>
          </p:cNvPr>
          <p:cNvCxnSpPr>
            <a:stCxn id="43" idx="1"/>
            <a:endCxn id="46" idx="3"/>
          </p:cNvCxnSpPr>
          <p:nvPr/>
        </p:nvCxnSpPr>
        <p:spPr>
          <a:xfrm rot="10800000">
            <a:off x="6889046" y="4900422"/>
            <a:ext cx="742469" cy="4434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3062D8B-5C06-5545-A052-ED6132AFEBFA}"/>
              </a:ext>
            </a:extLst>
          </p:cNvPr>
          <p:cNvCxnSpPr>
            <a:stCxn id="43" idx="1"/>
            <a:endCxn id="45" idx="3"/>
          </p:cNvCxnSpPr>
          <p:nvPr/>
        </p:nvCxnSpPr>
        <p:spPr>
          <a:xfrm rot="10800000" flipV="1">
            <a:off x="6889046" y="5343826"/>
            <a:ext cx="742469" cy="4162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2F7D64F-C0E7-1638-D781-AE7F59D06FA4}"/>
              </a:ext>
            </a:extLst>
          </p:cNvPr>
          <p:cNvCxnSpPr>
            <a:stCxn id="32" idx="1"/>
            <a:endCxn id="43" idx="3"/>
          </p:cNvCxnSpPr>
          <p:nvPr/>
        </p:nvCxnSpPr>
        <p:spPr>
          <a:xfrm rot="10800000" flipV="1">
            <a:off x="8883372" y="4930230"/>
            <a:ext cx="936813" cy="41359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899FE6C3-9638-F006-BD07-3D6AF9B180B6}"/>
              </a:ext>
            </a:extLst>
          </p:cNvPr>
          <p:cNvCxnSpPr>
            <a:stCxn id="33" idx="1"/>
            <a:endCxn id="43" idx="3"/>
          </p:cNvCxnSpPr>
          <p:nvPr/>
        </p:nvCxnSpPr>
        <p:spPr>
          <a:xfrm rot="10800000">
            <a:off x="8883372" y="5343826"/>
            <a:ext cx="936813" cy="41628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249F36B-0850-2B8E-13FF-C1C57E3131F9}"/>
              </a:ext>
            </a:extLst>
          </p:cNvPr>
          <p:cNvCxnSpPr>
            <a:stCxn id="26" idx="3"/>
            <a:endCxn id="32" idx="3"/>
          </p:cNvCxnSpPr>
          <p:nvPr/>
        </p:nvCxnSpPr>
        <p:spPr>
          <a:xfrm>
            <a:off x="8720737" y="2782036"/>
            <a:ext cx="2351304" cy="2148195"/>
          </a:xfrm>
          <a:prstGeom prst="bentConnector3">
            <a:avLst>
              <a:gd name="adj1" fmla="val 1178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5BCAE41-E8DE-973D-D7A7-0247C286D862}"/>
              </a:ext>
            </a:extLst>
          </p:cNvPr>
          <p:cNvSpPr/>
          <p:nvPr/>
        </p:nvSpPr>
        <p:spPr>
          <a:xfrm>
            <a:off x="3428349" y="5029262"/>
            <a:ext cx="956982" cy="656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/>
              <a:t>MCU</a:t>
            </a:r>
            <a:endParaRPr lang="en-US" dirty="0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531FA91B-6502-7141-462A-26D9B9194B51}"/>
              </a:ext>
            </a:extLst>
          </p:cNvPr>
          <p:cNvCxnSpPr>
            <a:stCxn id="46" idx="1"/>
            <a:endCxn id="60" idx="3"/>
          </p:cNvCxnSpPr>
          <p:nvPr/>
        </p:nvCxnSpPr>
        <p:spPr>
          <a:xfrm rot="10800000" flipV="1">
            <a:off x="4385332" y="4900421"/>
            <a:ext cx="1251857" cy="45720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6A4462C1-5D4E-3493-C597-B5D581272A1B}"/>
              </a:ext>
            </a:extLst>
          </p:cNvPr>
          <p:cNvCxnSpPr>
            <a:stCxn id="45" idx="1"/>
            <a:endCxn id="60" idx="3"/>
          </p:cNvCxnSpPr>
          <p:nvPr/>
        </p:nvCxnSpPr>
        <p:spPr>
          <a:xfrm rot="10800000">
            <a:off x="4385332" y="5357626"/>
            <a:ext cx="1251857" cy="4024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948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1D3E-E0D7-9F09-0018-F6BD987E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Kế hoạch tiếp theo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8649-25DA-342B-3BB4-75F31FDC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Mô phỏng mạch trên LTSpice</a:t>
            </a:r>
          </a:p>
          <a:p>
            <a:r>
              <a:rPr lang="vi-VN" dirty="0"/>
              <a:t>Đặt linh kiện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EE37E-9A51-A642-9ABE-6501B6060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25/12/2025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198C6-32F5-0953-42B9-7E646211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96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847</Words>
  <Application>Microsoft Office PowerPoint</Application>
  <PresentationFormat>Widescreen</PresentationFormat>
  <Paragraphs>74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Aptos Display (Headings)</vt:lpstr>
      <vt:lpstr>Arial</vt:lpstr>
      <vt:lpstr>Cambria Math</vt:lpstr>
      <vt:lpstr>Wingdings</vt:lpstr>
      <vt:lpstr>Office Theme</vt:lpstr>
      <vt:lpstr>BÁO CÁO TIẾN ĐỘ TUẦN 3</vt:lpstr>
      <vt:lpstr>Change requested</vt:lpstr>
      <vt:lpstr>EIM Block diagram proposed</vt:lpstr>
      <vt:lpstr>Kế hoạch tiếp theo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Tan Minh Khoi (MS/EAI12-VM);24C41002@student.hcmus.edu.vn</dc:creator>
  <cp:lastModifiedBy>Minh Khôi Võ Tấn</cp:lastModifiedBy>
  <cp:revision>1</cp:revision>
  <dcterms:created xsi:type="dcterms:W3CDTF">2025-10-30T03:42:52Z</dcterms:created>
  <dcterms:modified xsi:type="dcterms:W3CDTF">2025-12-25T05:16:37Z</dcterms:modified>
</cp:coreProperties>
</file>