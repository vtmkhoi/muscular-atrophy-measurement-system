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275EE-B700-D7F4-297E-EB361C7BC9BE}" v="65" dt="2026-01-30T08:09:57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5351" autoAdjust="0"/>
  </p:normalViewPr>
  <p:slideViewPr>
    <p:cSldViewPr snapToGrid="0">
      <p:cViewPr>
        <p:scale>
          <a:sx n="100" d="100"/>
          <a:sy n="100" d="100"/>
        </p:scale>
        <p:origin x="990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6-01-18T13:05:50.700" v="3178" actId="1582"/>
      <pc:docMkLst>
        <pc:docMk/>
      </pc:docMkLst>
      <pc:sldChg chg="modSp mod">
        <pc:chgData name="Minh Khôi Võ Tấn" userId="df010977c1c328cb" providerId="LiveId" clId="{021737E1-13EE-495B-A898-B29314BB33F8}" dt="2026-01-08T17:37:56.394" v="2887" actId="20577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6-01-08T17:37:56.394" v="2887" actId="20577"/>
          <ac:spMkLst>
            <pc:docMk/>
            <pc:sldMk cId="3944462662" sldId="256"/>
            <ac:spMk id="2" creationId="{9788C130-FAB7-3278-D1B1-D087BA9E3038}"/>
          </ac:spMkLst>
        </pc:spChg>
      </pc:sldChg>
      <pc:sldChg chg="addSp delSp modSp mod">
        <pc:chgData name="Minh Khôi Võ Tấn" userId="df010977c1c328cb" providerId="LiveId" clId="{021737E1-13EE-495B-A898-B29314BB33F8}" dt="2026-01-04T12:29:18.302" v="2231" actId="1076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6-01-04T12:04:47.297" v="1976" actId="20577"/>
          <ac:spMkLst>
            <pc:docMk/>
            <pc:sldMk cId="1597710949" sldId="258"/>
            <ac:spMk id="2" creationId="{8CA08402-3F61-20D8-3D3C-188C78B0E2A1}"/>
          </ac:spMkLst>
        </pc:spChg>
        <pc:spChg chg="add mod">
          <ac:chgData name="Minh Khôi Võ Tấn" userId="df010977c1c328cb" providerId="LiveId" clId="{021737E1-13EE-495B-A898-B29314BB33F8}" dt="2026-01-04T12:28:42.614" v="2223" actId="1076"/>
          <ac:spMkLst>
            <pc:docMk/>
            <pc:sldMk cId="1597710949" sldId="258"/>
            <ac:spMk id="3" creationId="{3FE34BEB-B984-2E5D-5755-977D7B4A304E}"/>
          </ac:spMkLst>
        </pc:spChg>
        <pc:picChg chg="add mod">
          <ac:chgData name="Minh Khôi Võ Tấn" userId="df010977c1c328cb" providerId="LiveId" clId="{021737E1-13EE-495B-A898-B29314BB33F8}" dt="2026-01-04T12:28:56.638" v="2225" actId="1076"/>
          <ac:picMkLst>
            <pc:docMk/>
            <pc:sldMk cId="1597710949" sldId="258"/>
            <ac:picMk id="6" creationId="{B8A01A75-CDE7-2F3D-3B41-406DE2C5570D}"/>
          </ac:picMkLst>
        </pc:picChg>
        <pc:cxnChg chg="add mod">
          <ac:chgData name="Minh Khôi Võ Tấn" userId="df010977c1c328cb" providerId="LiveId" clId="{021737E1-13EE-495B-A898-B29314BB33F8}" dt="2026-01-04T12:29:18.302" v="2231" actId="1076"/>
          <ac:cxnSpMkLst>
            <pc:docMk/>
            <pc:sldMk cId="1597710949" sldId="258"/>
            <ac:cxnSpMk id="12" creationId="{BFA19F96-57AC-D7CF-A84C-581C1DA8D989}"/>
          </ac:cxnSpMkLst>
        </pc:cxnChg>
        <pc:cxnChg chg="add mod">
          <ac:chgData name="Minh Khôi Võ Tấn" userId="df010977c1c328cb" providerId="LiveId" clId="{021737E1-13EE-495B-A898-B29314BB33F8}" dt="2026-01-04T12:29:13.363" v="2230" actId="1076"/>
          <ac:cxnSpMkLst>
            <pc:docMk/>
            <pc:sldMk cId="1597710949" sldId="258"/>
            <ac:cxnSpMk id="13" creationId="{2CAA3354-A7E7-1D93-B3ED-68DA1C3E35BE}"/>
          </ac:cxnSpMkLst>
        </pc:cxnChg>
      </pc:sldChg>
      <pc:sldChg chg="addSp delSp modSp new mod modNotesTx">
        <pc:chgData name="Minh Khôi Võ Tấn" userId="df010977c1c328cb" providerId="LiveId" clId="{021737E1-13EE-495B-A898-B29314BB33F8}" dt="2026-01-18T13:05:50.700" v="3178" actId="1582"/>
        <pc:sldMkLst>
          <pc:docMk/>
          <pc:sldMk cId="3350650080" sldId="259"/>
        </pc:sldMkLst>
        <pc:spChg chg="mod">
          <ac:chgData name="Minh Khôi Võ Tấn" userId="df010977c1c328cb" providerId="LiveId" clId="{021737E1-13EE-495B-A898-B29314BB33F8}" dt="2026-01-04T12:30:04.618" v="2342" actId="20577"/>
          <ac:spMkLst>
            <pc:docMk/>
            <pc:sldMk cId="3350650080" sldId="259"/>
            <ac:spMk id="2" creationId="{FD52A742-864B-E99A-2F1D-36B43CB7A33A}"/>
          </ac:spMkLst>
        </pc:spChg>
        <pc:spChg chg="add mod">
          <ac:chgData name="Minh Khôi Võ Tấn" userId="df010977c1c328cb" providerId="LiveId" clId="{021737E1-13EE-495B-A898-B29314BB33F8}" dt="2026-01-17T11:14:53.352" v="3014" actId="1076"/>
          <ac:spMkLst>
            <pc:docMk/>
            <pc:sldMk cId="3350650080" sldId="259"/>
            <ac:spMk id="7" creationId="{4252A650-7296-CC77-2DA6-E23D047EFA81}"/>
          </ac:spMkLst>
        </pc:spChg>
        <pc:spChg chg="add mod">
          <ac:chgData name="Minh Khôi Võ Tấn" userId="df010977c1c328cb" providerId="LiveId" clId="{021737E1-13EE-495B-A898-B29314BB33F8}" dt="2026-01-18T13:03:29.030" v="3153" actId="404"/>
          <ac:spMkLst>
            <pc:docMk/>
            <pc:sldMk cId="3350650080" sldId="259"/>
            <ac:spMk id="10" creationId="{CAC7B3F9-E06B-0982-126C-CDC88CC0ACC5}"/>
          </ac:spMkLst>
        </pc:spChg>
        <pc:spChg chg="add mod">
          <ac:chgData name="Minh Khôi Võ Tấn" userId="df010977c1c328cb" providerId="LiveId" clId="{021737E1-13EE-495B-A898-B29314BB33F8}" dt="2026-01-17T11:14:59.726" v="3016" actId="1076"/>
          <ac:spMkLst>
            <pc:docMk/>
            <pc:sldMk cId="3350650080" sldId="259"/>
            <ac:spMk id="12" creationId="{584B77D8-5F7F-E09E-F2D1-21730F62571F}"/>
          </ac:spMkLst>
        </pc:spChg>
        <pc:spChg chg="add mod">
          <ac:chgData name="Minh Khôi Võ Tấn" userId="df010977c1c328cb" providerId="LiveId" clId="{021737E1-13EE-495B-A898-B29314BB33F8}" dt="2026-01-18T13:04:20.007" v="3165" actId="1076"/>
          <ac:spMkLst>
            <pc:docMk/>
            <pc:sldMk cId="3350650080" sldId="259"/>
            <ac:spMk id="14" creationId="{C3C72322-7C67-1410-B9C8-D6D01FAC5398}"/>
          </ac:spMkLst>
        </pc:spChg>
        <pc:spChg chg="add mod">
          <ac:chgData name="Minh Khôi Võ Tấn" userId="df010977c1c328cb" providerId="LiveId" clId="{021737E1-13EE-495B-A898-B29314BB33F8}" dt="2026-01-17T11:15:21.454" v="3021" actId="1076"/>
          <ac:spMkLst>
            <pc:docMk/>
            <pc:sldMk cId="3350650080" sldId="259"/>
            <ac:spMk id="15" creationId="{1F9F617B-3D75-D0C9-7A88-43BBAA5D62D9}"/>
          </ac:spMkLst>
        </pc:spChg>
        <pc:spChg chg="add mod">
          <ac:chgData name="Minh Khôi Võ Tấn" userId="df010977c1c328cb" providerId="LiveId" clId="{021737E1-13EE-495B-A898-B29314BB33F8}" dt="2026-01-18T13:04:01.840" v="3161" actId="1076"/>
          <ac:spMkLst>
            <pc:docMk/>
            <pc:sldMk cId="3350650080" sldId="259"/>
            <ac:spMk id="16" creationId="{01A38383-6B5A-4E4A-EBA8-E839180477B4}"/>
          </ac:spMkLst>
        </pc:spChg>
        <pc:spChg chg="mod">
          <ac:chgData name="Minh Khôi Võ Tấn" userId="df010977c1c328cb" providerId="LiveId" clId="{021737E1-13EE-495B-A898-B29314BB33F8}" dt="2026-01-18T13:04:16.713" v="3164" actId="1076"/>
          <ac:spMkLst>
            <pc:docMk/>
            <pc:sldMk cId="3350650080" sldId="259"/>
            <ac:spMk id="17" creationId="{CAF01C07-758E-7BDD-9450-1770DDB861BA}"/>
          </ac:spMkLst>
        </pc:spChg>
        <pc:spChg chg="add mod">
          <ac:chgData name="Minh Khôi Võ Tấn" userId="df010977c1c328cb" providerId="LiveId" clId="{021737E1-13EE-495B-A898-B29314BB33F8}" dt="2026-01-04T12:47:37.371" v="2425" actId="1076"/>
          <ac:spMkLst>
            <pc:docMk/>
            <pc:sldMk cId="3350650080" sldId="259"/>
            <ac:spMk id="19" creationId="{633120C8-955C-C7C4-7F9E-F1E0347BB4A7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0" creationId="{30E5171B-7D67-5A79-BB61-16E286CA41D3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1" creationId="{79411552-C1E1-9514-8414-C538B767463D}"/>
          </ac:spMkLst>
        </pc:spChg>
        <pc:spChg chg="add mod">
          <ac:chgData name="Minh Khôi Võ Tấn" userId="df010977c1c328cb" providerId="LiveId" clId="{021737E1-13EE-495B-A898-B29314BB33F8}" dt="2026-01-17T11:17:53.010" v="3130" actId="1076"/>
          <ac:spMkLst>
            <pc:docMk/>
            <pc:sldMk cId="3350650080" sldId="259"/>
            <ac:spMk id="27" creationId="{1F647E94-2332-2EDF-9BE0-AC5703F663B7}"/>
          </ac:spMkLst>
        </pc:spChg>
        <pc:spChg chg="add mod">
          <ac:chgData name="Minh Khôi Võ Tấn" userId="df010977c1c328cb" providerId="LiveId" clId="{021737E1-13EE-495B-A898-B29314BB33F8}" dt="2026-01-18T13:03:05.365" v="3148" actId="1076"/>
          <ac:spMkLst>
            <pc:docMk/>
            <pc:sldMk cId="3350650080" sldId="259"/>
            <ac:spMk id="32" creationId="{56E06A4C-BA5C-A743-E89B-546E3506E9EF}"/>
          </ac:spMkLst>
        </pc:spChg>
        <pc:spChg chg="add mod">
          <ac:chgData name="Minh Khôi Võ Tấn" userId="df010977c1c328cb" providerId="LiveId" clId="{021737E1-13EE-495B-A898-B29314BB33F8}" dt="2026-01-18T13:03:16.838" v="3151" actId="14100"/>
          <ac:spMkLst>
            <pc:docMk/>
            <pc:sldMk cId="3350650080" sldId="259"/>
            <ac:spMk id="33" creationId="{FBBA6943-D7BA-368A-BA6C-37B2235EB328}"/>
          </ac:spMkLst>
        </pc:spChg>
        <pc:spChg chg="add mod">
          <ac:chgData name="Minh Khôi Võ Tấn" userId="df010977c1c328cb" providerId="LiveId" clId="{021737E1-13EE-495B-A898-B29314BB33F8}" dt="2026-01-18T13:03:12.950" v="3150" actId="1076"/>
          <ac:spMkLst>
            <pc:docMk/>
            <pc:sldMk cId="3350650080" sldId="259"/>
            <ac:spMk id="43" creationId="{F9E22DE9-98BE-E4E1-A8F0-5066BDFDE13A}"/>
          </ac:spMkLst>
        </pc:spChg>
        <pc:spChg chg="add mod">
          <ac:chgData name="Minh Khôi Võ Tấn" userId="df010977c1c328cb" providerId="LiveId" clId="{021737E1-13EE-495B-A898-B29314BB33F8}" dt="2026-01-18T13:04:55.292" v="3171" actId="1076"/>
          <ac:spMkLst>
            <pc:docMk/>
            <pc:sldMk cId="3350650080" sldId="259"/>
            <ac:spMk id="47" creationId="{94F04050-940F-6A10-EF99-C8E01DB016A8}"/>
          </ac:spMkLst>
        </pc:spChg>
        <pc:spChg chg="add mod">
          <ac:chgData name="Minh Khôi Võ Tấn" userId="df010977c1c328cb" providerId="LiveId" clId="{021737E1-13EE-495B-A898-B29314BB33F8}" dt="2026-01-18T13:04:58.134" v="3172" actId="1076"/>
          <ac:spMkLst>
            <pc:docMk/>
            <pc:sldMk cId="3350650080" sldId="259"/>
            <ac:spMk id="48" creationId="{3D2BDE8E-D0FD-4543-1E92-E9FDF086C91D}"/>
          </ac:spMkLst>
        </pc:spChg>
        <pc:spChg chg="add mod">
          <ac:chgData name="Minh Khôi Võ Tấn" userId="df010977c1c328cb" providerId="LiveId" clId="{021737E1-13EE-495B-A898-B29314BB33F8}" dt="2026-01-17T11:18:23.990" v="3143" actId="1076"/>
          <ac:spMkLst>
            <pc:docMk/>
            <pc:sldMk cId="3350650080" sldId="259"/>
            <ac:spMk id="57" creationId="{6817932C-E353-2ABD-BD01-0DCF09E0AFE0}"/>
          </ac:spMkLst>
        </pc:spChg>
        <pc:cxnChg chg="mod">
          <ac:chgData name="Minh Khôi Võ Tấn" userId="df010977c1c328cb" providerId="LiveId" clId="{021737E1-13EE-495B-A898-B29314BB33F8}" dt="2026-01-17T11:15:03.792" v="3017" actId="1076"/>
          <ac:cxnSpMkLst>
            <pc:docMk/>
            <pc:sldMk cId="3350650080" sldId="259"/>
            <ac:cxnSpMk id="11" creationId="{65395CCC-1345-130C-78FE-2D74077CF771}"/>
          </ac:cxnSpMkLst>
        </pc:cxnChg>
        <pc:cxnChg chg="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13" creationId="{BED4831F-F02B-6B17-1173-DC0265D5BF25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2" creationId="{618E2246-55EF-1D6C-0AE6-310120099B00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3" creationId="{B2BCB7FD-B802-7E27-7614-2DDD05A76D42}"/>
          </ac:cxnSpMkLst>
        </pc:cxnChg>
        <pc:cxnChg chg="mod">
          <ac:chgData name="Minh Khôi Võ Tấn" userId="df010977c1c328cb" providerId="LiveId" clId="{021737E1-13EE-495B-A898-B29314BB33F8}" dt="2026-01-17T11:18:12.310" v="3135" actId="14100"/>
          <ac:cxnSpMkLst>
            <pc:docMk/>
            <pc:sldMk cId="3350650080" sldId="259"/>
            <ac:cxnSpMk id="28" creationId="{B3F15997-E796-A8CE-350A-D35E91F419B3}"/>
          </ac:cxnSpMkLst>
        </pc:cxnChg>
        <pc:cxnChg chg="mod">
          <ac:chgData name="Minh Khôi Võ Tấn" userId="df010977c1c328cb" providerId="LiveId" clId="{021737E1-13EE-495B-A898-B29314BB33F8}" dt="2026-01-17T11:18:09.712" v="3134" actId="14100"/>
          <ac:cxnSpMkLst>
            <pc:docMk/>
            <pc:sldMk cId="3350650080" sldId="259"/>
            <ac:cxnSpMk id="29" creationId="{082CB4E3-47AE-AD8B-7AFA-D55F8ED38671}"/>
          </ac:cxnSpMkLst>
        </pc:cxnChg>
        <pc:cxnChg chg="add 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49" creationId="{18E0258B-74F8-7CDF-5A7D-6EAD580EF951}"/>
          </ac:cxnSpMkLst>
        </pc:cxnChg>
        <pc:cxnChg chg="add 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51" creationId="{97B54F66-0D54-784D-B371-DA2990BB15E9}"/>
          </ac:cxnSpMkLst>
        </pc:cxnChg>
        <pc:cxnChg chg="add mod">
          <ac:chgData name="Minh Khôi Võ Tấn" userId="df010977c1c328cb" providerId="LiveId" clId="{021737E1-13EE-495B-A898-B29314BB33F8}" dt="2026-01-18T13:04:55.292" v="3171" actId="1076"/>
          <ac:cxnSpMkLst>
            <pc:docMk/>
            <pc:sldMk cId="3350650080" sldId="259"/>
            <ac:cxnSpMk id="77" creationId="{D038D8DA-B745-AC87-9470-3946B2BF13FE}"/>
          </ac:cxnSpMkLst>
        </pc:cxnChg>
        <pc:cxnChg chg="add mod">
          <ac:chgData name="Minh Khôi Võ Tấn" userId="df010977c1c328cb" providerId="LiveId" clId="{021737E1-13EE-495B-A898-B29314BB33F8}" dt="2026-01-18T13:05:50.700" v="3178" actId="1582"/>
          <ac:cxnSpMkLst>
            <pc:docMk/>
            <pc:sldMk cId="3350650080" sldId="259"/>
            <ac:cxnSpMk id="79" creationId="{959147C8-C094-8AE8-1A6F-813EAE2EDD4A}"/>
          </ac:cxnSpMkLst>
        </pc:cxnChg>
        <pc:cxnChg chg="add mod">
          <ac:chgData name="Minh Khôi Võ Tấn" userId="df010977c1c328cb" providerId="LiveId" clId="{021737E1-13EE-495B-A898-B29314BB33F8}" dt="2026-01-18T13:05:45.942" v="3177" actId="14100"/>
          <ac:cxnSpMkLst>
            <pc:docMk/>
            <pc:sldMk cId="3350650080" sldId="259"/>
            <ac:cxnSpMk id="82" creationId="{BA5A9BA2-D128-4D16-750A-7AF6BF95ABAB}"/>
          </ac:cxnSpMkLst>
        </pc:cxnChg>
      </pc:sldChg>
      <pc:sldChg chg="addSp delSp modSp new mod">
        <pc:chgData name="Minh Khôi Võ Tấn" userId="df010977c1c328cb" providerId="LiveId" clId="{021737E1-13EE-495B-A898-B29314BB33F8}" dt="2026-01-10T05:20:42.055" v="2929" actId="14100"/>
        <pc:sldMkLst>
          <pc:docMk/>
          <pc:sldMk cId="3593306569" sldId="260"/>
        </pc:sldMkLst>
        <pc:spChg chg="mod">
          <ac:chgData name="Minh Khôi Võ Tấn" userId="df010977c1c328cb" providerId="LiveId" clId="{021737E1-13EE-495B-A898-B29314BB33F8}" dt="2026-01-04T12:59:13.655" v="2502" actId="20577"/>
          <ac:spMkLst>
            <pc:docMk/>
            <pc:sldMk cId="3593306569" sldId="260"/>
            <ac:spMk id="2" creationId="{0ED1C4E5-C12F-539B-738E-2B46912D597E}"/>
          </ac:spMkLst>
        </pc:spChg>
        <pc:spChg chg="add mod ord">
          <ac:chgData name="Minh Khôi Võ Tấn" userId="df010977c1c328cb" providerId="LiveId" clId="{021737E1-13EE-495B-A898-B29314BB33F8}" dt="2026-01-10T05:20:42.055" v="2929" actId="14100"/>
          <ac:spMkLst>
            <pc:docMk/>
            <pc:sldMk cId="3593306569" sldId="260"/>
            <ac:spMk id="10" creationId="{11CBAFB8-22C0-37F7-8264-46046E043BDB}"/>
          </ac:spMkLst>
        </pc:spChg>
        <pc:spChg chg="add mod ord">
          <ac:chgData name="Minh Khôi Võ Tấn" userId="df010977c1c328cb" providerId="LiveId" clId="{021737E1-13EE-495B-A898-B29314BB33F8}" dt="2026-01-10T05:20:32.604" v="2928" actId="14100"/>
          <ac:spMkLst>
            <pc:docMk/>
            <pc:sldMk cId="3593306569" sldId="260"/>
            <ac:spMk id="12" creationId="{3F6F5843-ECE7-5D3A-5DA5-4482E454297D}"/>
          </ac:spMkLst>
        </pc:spChg>
        <pc:picChg chg="add mod">
          <ac:chgData name="Minh Khôi Võ Tấn" userId="df010977c1c328cb" providerId="LiveId" clId="{021737E1-13EE-495B-A898-B29314BB33F8}" dt="2026-01-10T05:20:23.424" v="2926" actId="1076"/>
          <ac:picMkLst>
            <pc:docMk/>
            <pc:sldMk cId="3593306569" sldId="260"/>
            <ac:picMk id="14" creationId="{9609EADD-3FF5-28C0-C43C-8E17E950214E}"/>
          </ac:picMkLst>
        </pc:picChg>
      </pc:sldChg>
      <pc:sldChg chg="addSp delSp modSp new mod">
        <pc:chgData name="Minh Khôi Võ Tấn" userId="df010977c1c328cb" providerId="LiveId" clId="{021737E1-13EE-495B-A898-B29314BB33F8}" dt="2026-01-10T05:22:20.269" v="2963" actId="1076"/>
        <pc:sldMkLst>
          <pc:docMk/>
          <pc:sldMk cId="294093517" sldId="261"/>
        </pc:sldMkLst>
        <pc:spChg chg="mod">
          <ac:chgData name="Minh Khôi Võ Tấn" userId="df010977c1c328cb" providerId="LiveId" clId="{021737E1-13EE-495B-A898-B29314BB33F8}" dt="2026-01-10T05:21:57.562" v="2957" actId="20577"/>
          <ac:spMkLst>
            <pc:docMk/>
            <pc:sldMk cId="294093517" sldId="261"/>
            <ac:spMk id="2" creationId="{97237E4C-AE4C-D056-1C19-35C4D30698AC}"/>
          </ac:spMkLst>
        </pc:spChg>
        <pc:spChg chg="add mod">
          <ac:chgData name="Minh Khôi Võ Tấn" userId="df010977c1c328cb" providerId="LiveId" clId="{021737E1-13EE-495B-A898-B29314BB33F8}" dt="2026-01-10T05:22:20.269" v="2963" actId="1076"/>
          <ac:spMkLst>
            <pc:docMk/>
            <pc:sldMk cId="294093517" sldId="261"/>
            <ac:spMk id="8" creationId="{C64E1DF5-BEC0-57AC-FD32-6ECE4816000E}"/>
          </ac:spMkLst>
        </pc:spChg>
        <pc:picChg chg="add mod">
          <ac:chgData name="Minh Khôi Võ Tấn" userId="df010977c1c328cb" providerId="LiveId" clId="{021737E1-13EE-495B-A898-B29314BB33F8}" dt="2026-01-10T05:22:13.233" v="2961" actId="1076"/>
          <ac:picMkLst>
            <pc:docMk/>
            <pc:sldMk cId="294093517" sldId="261"/>
            <ac:picMk id="7" creationId="{69FC3C02-9817-DB4D-ED5D-91C72174FFBF}"/>
          </ac:picMkLst>
        </pc:picChg>
      </pc:sldChg>
    </pc:docChg>
  </pc:docChgLst>
  <pc:docChgLst>
    <pc:chgData name="Minh Khôi Võ Tấn" userId="df010977c1c328cb" providerId="Windows Live" clId="Web-{7D8275EE-B700-D7F4-297E-EB361C7BC9BE}"/>
    <pc:docChg chg="modSld">
      <pc:chgData name="Minh Khôi Võ Tấn" userId="df010977c1c328cb" providerId="Windows Live" clId="Web-{7D8275EE-B700-D7F4-297E-EB361C7BC9BE}" dt="2026-01-30T08:09:57.139" v="62" actId="14100"/>
      <pc:docMkLst>
        <pc:docMk/>
      </pc:docMkLst>
      <pc:sldChg chg="addSp delSp modSp">
        <pc:chgData name="Minh Khôi Võ Tấn" userId="df010977c1c328cb" providerId="Windows Live" clId="Web-{7D8275EE-B700-D7F4-297E-EB361C7BC9BE}" dt="2026-01-30T08:09:57.139" v="62" actId="14100"/>
        <pc:sldMkLst>
          <pc:docMk/>
          <pc:sldMk cId="3350650080" sldId="259"/>
        </pc:sldMkLst>
        <pc:spChg chg="add mod">
          <ac:chgData name="Minh Khôi Võ Tấn" userId="df010977c1c328cb" providerId="Windows Live" clId="Web-{7D8275EE-B700-D7F4-297E-EB361C7BC9BE}" dt="2026-01-30T08:09:03.653" v="55" actId="14100"/>
          <ac:spMkLst>
            <pc:docMk/>
            <pc:sldMk cId="3350650080" sldId="259"/>
            <ac:spMk id="3" creationId="{E58FC05A-5382-AEB4-D802-7B31B6BE6F0D}"/>
          </ac:spMkLst>
        </pc:spChg>
        <pc:spChg chg="mod">
          <ac:chgData name="Minh Khôi Võ Tấn" userId="df010977c1c328cb" providerId="Windows Live" clId="Web-{7D8275EE-B700-D7F4-297E-EB361C7BC9BE}" dt="2026-01-30T07:27:36.955" v="34" actId="1076"/>
          <ac:spMkLst>
            <pc:docMk/>
            <pc:sldMk cId="3350650080" sldId="259"/>
            <ac:spMk id="7" creationId="{4252A650-7296-CC77-2DA6-E23D047EFA81}"/>
          </ac:spMkLst>
        </pc:spChg>
        <pc:spChg chg="del">
          <ac:chgData name="Minh Khôi Võ Tấn" userId="df010977c1c328cb" providerId="Windows Live" clId="Web-{7D8275EE-B700-D7F4-297E-EB361C7BC9BE}" dt="2026-01-30T07:27:49.158" v="38"/>
          <ac:spMkLst>
            <pc:docMk/>
            <pc:sldMk cId="3350650080" sldId="259"/>
            <ac:spMk id="9" creationId="{F6CDC67F-2245-F026-6901-378F33C85B43}"/>
          </ac:spMkLst>
        </pc:spChg>
        <pc:spChg chg="mod">
          <ac:chgData name="Minh Khôi Võ Tấn" userId="df010977c1c328cb" providerId="Windows Live" clId="Web-{7D8275EE-B700-D7F4-297E-EB361C7BC9BE}" dt="2026-01-30T07:26:48.454" v="22" actId="1076"/>
          <ac:spMkLst>
            <pc:docMk/>
            <pc:sldMk cId="3350650080" sldId="259"/>
            <ac:spMk id="10" creationId="{CAC7B3F9-E06B-0982-126C-CDC88CC0ACC5}"/>
          </ac:spMkLst>
        </pc:spChg>
        <pc:spChg chg="mod">
          <ac:chgData name="Minh Khôi Võ Tấn" userId="df010977c1c328cb" providerId="Windows Live" clId="Web-{7D8275EE-B700-D7F4-297E-EB361C7BC9BE}" dt="2026-01-30T07:27:41.564" v="35" actId="1076"/>
          <ac:spMkLst>
            <pc:docMk/>
            <pc:sldMk cId="3350650080" sldId="259"/>
            <ac:spMk id="12" creationId="{584B77D8-5F7F-E09E-F2D1-21730F62571F}"/>
          </ac:spMkLst>
        </pc:spChg>
        <pc:spChg chg="mod">
          <ac:chgData name="Minh Khôi Võ Tấn" userId="df010977c1c328cb" providerId="Windows Live" clId="Web-{7D8275EE-B700-D7F4-297E-EB361C7BC9BE}" dt="2026-01-30T07:26:30.610" v="2" actId="1076"/>
          <ac:spMkLst>
            <pc:docMk/>
            <pc:sldMk cId="3350650080" sldId="259"/>
            <ac:spMk id="14" creationId="{C3C72322-7C67-1410-B9C8-D6D01FAC5398}"/>
          </ac:spMkLst>
        </pc:spChg>
        <pc:spChg chg="mod">
          <ac:chgData name="Minh Khôi Võ Tấn" userId="df010977c1c328cb" providerId="Windows Live" clId="Web-{7D8275EE-B700-D7F4-297E-EB361C7BC9BE}" dt="2026-01-30T07:26:30.626" v="3" actId="1076"/>
          <ac:spMkLst>
            <pc:docMk/>
            <pc:sldMk cId="3350650080" sldId="259"/>
            <ac:spMk id="15" creationId="{1F9F617B-3D75-D0C9-7A88-43BBAA5D62D9}"/>
          </ac:spMkLst>
        </pc:spChg>
        <pc:spChg chg="mod">
          <ac:chgData name="Minh Khôi Võ Tấn" userId="df010977c1c328cb" providerId="Windows Live" clId="Web-{7D8275EE-B700-D7F4-297E-EB361C7BC9BE}" dt="2026-01-30T07:26:30.673" v="4" actId="1076"/>
          <ac:spMkLst>
            <pc:docMk/>
            <pc:sldMk cId="3350650080" sldId="259"/>
            <ac:spMk id="16" creationId="{01A38383-6B5A-4E4A-EBA8-E839180477B4}"/>
          </ac:spMkLst>
        </pc:spChg>
        <pc:spChg chg="mod">
          <ac:chgData name="Minh Khôi Võ Tấn" userId="df010977c1c328cb" providerId="Windows Live" clId="Web-{7D8275EE-B700-D7F4-297E-EB361C7BC9BE}" dt="2026-01-30T07:26:30.720" v="5" actId="1076"/>
          <ac:spMkLst>
            <pc:docMk/>
            <pc:sldMk cId="3350650080" sldId="259"/>
            <ac:spMk id="17" creationId="{CAF01C07-758E-7BDD-9450-1770DDB861BA}"/>
          </ac:spMkLst>
        </pc:spChg>
        <pc:spChg chg="mod">
          <ac:chgData name="Minh Khôi Võ Tấn" userId="df010977c1c328cb" providerId="Windows Live" clId="Web-{7D8275EE-B700-D7F4-297E-EB361C7BC9BE}" dt="2026-01-30T07:26:30.767" v="6" actId="1076"/>
          <ac:spMkLst>
            <pc:docMk/>
            <pc:sldMk cId="3350650080" sldId="259"/>
            <ac:spMk id="19" creationId="{633120C8-955C-C7C4-7F9E-F1E0347BB4A7}"/>
          </ac:spMkLst>
        </pc:spChg>
        <pc:spChg chg="mod">
          <ac:chgData name="Minh Khôi Võ Tấn" userId="df010977c1c328cb" providerId="Windows Live" clId="Web-{7D8275EE-B700-D7F4-297E-EB361C7BC9BE}" dt="2026-01-30T07:26:30.814" v="7" actId="1076"/>
          <ac:spMkLst>
            <pc:docMk/>
            <pc:sldMk cId="3350650080" sldId="259"/>
            <ac:spMk id="20" creationId="{30E5171B-7D67-5A79-BB61-16E286CA41D3}"/>
          </ac:spMkLst>
        </pc:spChg>
        <pc:spChg chg="mod">
          <ac:chgData name="Minh Khôi Võ Tấn" userId="df010977c1c328cb" providerId="Windows Live" clId="Web-{7D8275EE-B700-D7F4-297E-EB361C7BC9BE}" dt="2026-01-30T07:26:30.860" v="8" actId="1076"/>
          <ac:spMkLst>
            <pc:docMk/>
            <pc:sldMk cId="3350650080" sldId="259"/>
            <ac:spMk id="21" creationId="{79411552-C1E1-9514-8414-C538B767463D}"/>
          </ac:spMkLst>
        </pc:spChg>
        <pc:spChg chg="mod">
          <ac:chgData name="Minh Khôi Võ Tấn" userId="df010977c1c328cb" providerId="Windows Live" clId="Web-{7D8275EE-B700-D7F4-297E-EB361C7BC9BE}" dt="2026-01-30T07:26:41.501" v="20" actId="1076"/>
          <ac:spMkLst>
            <pc:docMk/>
            <pc:sldMk cId="3350650080" sldId="259"/>
            <ac:spMk id="27" creationId="{1F647E94-2332-2EDF-9BE0-AC5703F663B7}"/>
          </ac:spMkLst>
        </pc:spChg>
        <pc:spChg chg="mod">
          <ac:chgData name="Minh Khôi Võ Tấn" userId="df010977c1c328cb" providerId="Windows Live" clId="Web-{7D8275EE-B700-D7F4-297E-EB361C7BC9BE}" dt="2026-01-30T07:28:20.705" v="47" actId="1076"/>
          <ac:spMkLst>
            <pc:docMk/>
            <pc:sldMk cId="3350650080" sldId="259"/>
            <ac:spMk id="32" creationId="{56E06A4C-BA5C-A743-E89B-546E3506E9EF}"/>
          </ac:spMkLst>
        </pc:spChg>
        <pc:spChg chg="mod">
          <ac:chgData name="Minh Khôi Võ Tấn" userId="df010977c1c328cb" providerId="Windows Live" clId="Web-{7D8275EE-B700-D7F4-297E-EB361C7BC9BE}" dt="2026-01-30T07:28:24.518" v="48" actId="1076"/>
          <ac:spMkLst>
            <pc:docMk/>
            <pc:sldMk cId="3350650080" sldId="259"/>
            <ac:spMk id="33" creationId="{FBBA6943-D7BA-368A-BA6C-37B2235EB328}"/>
          </ac:spMkLst>
        </pc:spChg>
        <pc:spChg chg="mod">
          <ac:chgData name="Minh Khôi Võ Tấn" userId="df010977c1c328cb" providerId="Windows Live" clId="Web-{7D8275EE-B700-D7F4-297E-EB361C7BC9BE}" dt="2026-01-30T07:28:05.814" v="45" actId="1076"/>
          <ac:spMkLst>
            <pc:docMk/>
            <pc:sldMk cId="3350650080" sldId="259"/>
            <ac:spMk id="43" creationId="{F9E22DE9-98BE-E4E1-A8F0-5066BDFDE13A}"/>
          </ac:spMkLst>
        </pc:spChg>
        <pc:spChg chg="del">
          <ac:chgData name="Minh Khôi Võ Tấn" userId="df010977c1c328cb" providerId="Windows Live" clId="Web-{7D8275EE-B700-D7F4-297E-EB361C7BC9BE}" dt="2026-01-30T07:27:47.861" v="37"/>
          <ac:spMkLst>
            <pc:docMk/>
            <pc:sldMk cId="3350650080" sldId="259"/>
            <ac:spMk id="45" creationId="{25F507D2-1107-C579-61E2-15466E8CEC22}"/>
          </ac:spMkLst>
        </pc:spChg>
        <pc:spChg chg="mod">
          <ac:chgData name="Minh Khôi Võ Tấn" userId="df010977c1c328cb" providerId="Windows Live" clId="Web-{7D8275EE-B700-D7F4-297E-EB361C7BC9BE}" dt="2026-01-30T07:26:31.001" v="15" actId="1076"/>
          <ac:spMkLst>
            <pc:docMk/>
            <pc:sldMk cId="3350650080" sldId="259"/>
            <ac:spMk id="47" creationId="{94F04050-940F-6A10-EF99-C8E01DB016A8}"/>
          </ac:spMkLst>
        </pc:spChg>
        <pc:spChg chg="mod">
          <ac:chgData name="Minh Khôi Võ Tấn" userId="df010977c1c328cb" providerId="Windows Live" clId="Web-{7D8275EE-B700-D7F4-297E-EB361C7BC9BE}" dt="2026-01-30T07:26:31.017" v="16" actId="1076"/>
          <ac:spMkLst>
            <pc:docMk/>
            <pc:sldMk cId="3350650080" sldId="259"/>
            <ac:spMk id="48" creationId="{3D2BDE8E-D0FD-4543-1E92-E9FDF086C91D}"/>
          </ac:spMkLst>
        </pc:spChg>
        <pc:spChg chg="mod">
          <ac:chgData name="Minh Khôi Võ Tấn" userId="df010977c1c328cb" providerId="Windows Live" clId="Web-{7D8275EE-B700-D7F4-297E-EB361C7BC9BE}" dt="2026-01-30T07:26:37.111" v="19" actId="1076"/>
          <ac:spMkLst>
            <pc:docMk/>
            <pc:sldMk cId="3350650080" sldId="259"/>
            <ac:spMk id="57" creationId="{6817932C-E353-2ABD-BD01-0DCF09E0AFE0}"/>
          </ac:spMkLst>
        </pc:spChg>
        <pc:cxnChg chg="add del">
          <ac:chgData name="Minh Khôi Võ Tấn" userId="df010977c1c328cb" providerId="Windows Live" clId="Web-{7D8275EE-B700-D7F4-297E-EB361C7BC9BE}" dt="2026-01-30T08:09:18.466" v="57"/>
          <ac:cxnSpMkLst>
            <pc:docMk/>
            <pc:sldMk cId="3350650080" sldId="259"/>
            <ac:cxnSpMk id="6" creationId="{3E4E0DEC-F158-399D-B731-D00A4DB0E7F8}"/>
          </ac:cxnSpMkLst>
        </pc:cxnChg>
        <pc:cxnChg chg="del mod">
          <ac:chgData name="Minh Khôi Võ Tấn" userId="df010977c1c328cb" providerId="Windows Live" clId="Web-{7D8275EE-B700-D7F4-297E-EB361C7BC9BE}" dt="2026-01-30T07:27:46.705" v="36"/>
          <ac:cxnSpMkLst>
            <pc:docMk/>
            <pc:sldMk cId="3350650080" sldId="259"/>
            <ac:cxnSpMk id="8" creationId="{B692CCDB-D6F2-DC5A-3C3D-F4E69B9A3FC1}"/>
          </ac:cxnSpMkLst>
        </pc:cxnChg>
        <pc:cxnChg chg="mod">
          <ac:chgData name="Minh Khôi Võ Tấn" userId="df010977c1c328cb" providerId="Windows Live" clId="Web-{7D8275EE-B700-D7F4-297E-EB361C7BC9BE}" dt="2026-01-30T07:27:36.955" v="34" actId="1076"/>
          <ac:cxnSpMkLst>
            <pc:docMk/>
            <pc:sldMk cId="3350650080" sldId="259"/>
            <ac:cxnSpMk id="11" creationId="{65395CCC-1345-130C-78FE-2D74077CF771}"/>
          </ac:cxnSpMkLst>
        </pc:cxnChg>
        <pc:cxnChg chg="mod">
          <ac:chgData name="Minh Khôi Võ Tấn" userId="df010977c1c328cb" providerId="Windows Live" clId="Web-{7D8275EE-B700-D7F4-297E-EB361C7BC9BE}" dt="2026-01-30T07:26:30.548" v="1" actId="1076"/>
          <ac:cxnSpMkLst>
            <pc:docMk/>
            <pc:sldMk cId="3350650080" sldId="259"/>
            <ac:cxnSpMk id="13" creationId="{BED4831F-F02B-6B17-1173-DC0265D5BF25}"/>
          </ac:cxnSpMkLst>
        </pc:cxnChg>
        <pc:cxnChg chg="mod">
          <ac:chgData name="Minh Khôi Võ Tấn" userId="df010977c1c328cb" providerId="Windows Live" clId="Web-{7D8275EE-B700-D7F4-297E-EB361C7BC9BE}" dt="2026-01-30T07:26:30.876" v="9" actId="1076"/>
          <ac:cxnSpMkLst>
            <pc:docMk/>
            <pc:sldMk cId="3350650080" sldId="259"/>
            <ac:cxnSpMk id="22" creationId="{618E2246-55EF-1D6C-0AE6-310120099B00}"/>
          </ac:cxnSpMkLst>
        </pc:cxnChg>
        <pc:cxnChg chg="mod">
          <ac:chgData name="Minh Khôi Võ Tấn" userId="df010977c1c328cb" providerId="Windows Live" clId="Web-{7D8275EE-B700-D7F4-297E-EB361C7BC9BE}" dt="2026-01-30T07:26:30.892" v="10" actId="1076"/>
          <ac:cxnSpMkLst>
            <pc:docMk/>
            <pc:sldMk cId="3350650080" sldId="259"/>
            <ac:cxnSpMk id="23" creationId="{B2BCB7FD-B802-7E27-7614-2DDD05A76D42}"/>
          </ac:cxnSpMkLst>
        </pc:cxnChg>
        <pc:cxnChg chg="mod">
          <ac:chgData name="Minh Khôi Võ Tấn" userId="df010977c1c328cb" providerId="Windows Live" clId="Web-{7D8275EE-B700-D7F4-297E-EB361C7BC9BE}" dt="2026-01-30T08:09:44.139" v="61" actId="14100"/>
          <ac:cxnSpMkLst>
            <pc:docMk/>
            <pc:sldMk cId="3350650080" sldId="259"/>
            <ac:cxnSpMk id="28" creationId="{B3F15997-E796-A8CE-350A-D35E91F419B3}"/>
          </ac:cxnSpMkLst>
        </pc:cxnChg>
        <pc:cxnChg chg="mod">
          <ac:chgData name="Minh Khôi Võ Tấn" userId="df010977c1c328cb" providerId="Windows Live" clId="Web-{7D8275EE-B700-D7F4-297E-EB361C7BC9BE}" dt="2026-01-30T08:09:57.139" v="62" actId="14100"/>
          <ac:cxnSpMkLst>
            <pc:docMk/>
            <pc:sldMk cId="3350650080" sldId="259"/>
            <ac:cxnSpMk id="29" creationId="{082CB4E3-47AE-AD8B-7AFA-D55F8ED38671}"/>
          </ac:cxnSpMkLst>
        </pc:cxnChg>
        <pc:cxnChg chg="mod">
          <ac:chgData name="Minh Khôi Võ Tấn" userId="df010977c1c328cb" providerId="Windows Live" clId="Web-{7D8275EE-B700-D7F4-297E-EB361C7BC9BE}" dt="2026-01-30T07:26:30.939" v="13" actId="1076"/>
          <ac:cxnSpMkLst>
            <pc:docMk/>
            <pc:sldMk cId="3350650080" sldId="259"/>
            <ac:cxnSpMk id="49" creationId="{18E0258B-74F8-7CDF-5A7D-6EAD580EF951}"/>
          </ac:cxnSpMkLst>
        </pc:cxnChg>
        <pc:cxnChg chg="mod">
          <ac:chgData name="Minh Khôi Võ Tấn" userId="df010977c1c328cb" providerId="Windows Live" clId="Web-{7D8275EE-B700-D7F4-297E-EB361C7BC9BE}" dt="2026-01-30T07:26:30.954" v="14" actId="1076"/>
          <ac:cxnSpMkLst>
            <pc:docMk/>
            <pc:sldMk cId="3350650080" sldId="259"/>
            <ac:cxnSpMk id="51" creationId="{97B54F66-0D54-784D-B371-DA2990BB15E9}"/>
          </ac:cxnSpMkLst>
        </pc:cxnChg>
        <pc:cxnChg chg="mod">
          <ac:chgData name="Minh Khôi Võ Tấn" userId="df010977c1c328cb" providerId="Windows Live" clId="Web-{7D8275EE-B700-D7F4-297E-EB361C7BC9BE}" dt="2026-01-30T07:26:17.048" v="0" actId="1076"/>
          <ac:cxnSpMkLst>
            <pc:docMk/>
            <pc:sldMk cId="3350650080" sldId="259"/>
            <ac:cxnSpMk id="77" creationId="{D038D8DA-B745-AC87-9470-3946B2BF13FE}"/>
          </ac:cxnSpMkLst>
        </pc:cxnChg>
        <pc:cxnChg chg="mod">
          <ac:chgData name="Minh Khôi Võ Tấn" userId="df010977c1c328cb" providerId="Windows Live" clId="Web-{7D8275EE-B700-D7F4-297E-EB361C7BC9BE}" dt="2026-01-30T07:26:31.032" v="17" actId="1076"/>
          <ac:cxnSpMkLst>
            <pc:docMk/>
            <pc:sldMk cId="3350650080" sldId="259"/>
            <ac:cxnSpMk id="79" creationId="{959147C8-C094-8AE8-1A6F-813EAE2EDD4A}"/>
          </ac:cxnSpMkLst>
        </pc:cxnChg>
        <pc:cxnChg chg="mod">
          <ac:chgData name="Minh Khôi Võ Tấn" userId="df010977c1c328cb" providerId="Windows Live" clId="Web-{7D8275EE-B700-D7F4-297E-EB361C7BC9BE}" dt="2026-01-30T07:26:31.048" v="18" actId="1076"/>
          <ac:cxnSpMkLst>
            <pc:docMk/>
            <pc:sldMk cId="3350650080" sldId="259"/>
            <ac:cxnSpMk id="82" creationId="{BA5A9BA2-D128-4D16-750A-7AF6BF95ABA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vi-VN" b="0" dirty="0"/>
              <a:t>DDS (AD9833) hoặc Function Gen (MAX038) Mục đích: tạo tín hiệu kích thích dạng sin có tần số điều chỉnh được (sweep).</a:t>
            </a:r>
          </a:p>
          <a:p>
            <a:pPr marL="228600" indent="-228600">
              <a:buAutoNum type="arabicParenR"/>
            </a:pPr>
            <a:r>
              <a:rPr lang="en-US" b="0" dirty="0"/>
              <a:t>LPF (Low-Pass Filter)</a:t>
            </a:r>
            <a:endParaRPr lang="vi-VN" b="0" dirty="0"/>
          </a:p>
          <a:p>
            <a:r>
              <a:rPr lang="vi-VN" b="0" dirty="0"/>
              <a:t>3) V → I (Current Driver) — ví dụ AD844 / OPA541 Mục đích: biến điện áp sin thành dòng sin gần như không đổi để bơm vào cơ thể qua điện cực.</a:t>
            </a:r>
          </a:p>
          <a:p>
            <a:r>
              <a:rPr lang="vi-VN" b="0" dirty="0"/>
              <a:t>4) </a:t>
            </a:r>
            <a:r>
              <a:rPr lang="en-US" b="0" dirty="0"/>
              <a:t>Tetrapolar electrodes (4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)</a:t>
            </a:r>
            <a:endParaRPr lang="vi-VN" b="0" dirty="0"/>
          </a:p>
          <a:p>
            <a:r>
              <a:rPr lang="vi-VN" b="0" dirty="0"/>
              <a:t>5) V_tissue (đường đo áp trên mô) </a:t>
            </a:r>
            <a:r>
              <a:rPr lang="en-US" b="0" dirty="0" err="1"/>
              <a:t>Mục</a:t>
            </a:r>
            <a:r>
              <a:rPr lang="en-US" b="0" dirty="0"/>
              <a:t> </a:t>
            </a:r>
            <a:r>
              <a:rPr lang="en-US" b="0" dirty="0" err="1"/>
              <a:t>đích</a:t>
            </a:r>
            <a:r>
              <a:rPr lang="en-US" b="0" dirty="0"/>
              <a:t>: </a:t>
            </a:r>
            <a:r>
              <a:rPr lang="en-US" b="0" dirty="0" err="1"/>
              <a:t>lấy</a:t>
            </a:r>
            <a:r>
              <a:rPr lang="en-US" b="0" dirty="0"/>
              <a:t>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áp</a:t>
            </a:r>
            <a:r>
              <a:rPr lang="en-US" b="0" dirty="0"/>
              <a:t> vi </a:t>
            </a:r>
            <a:r>
              <a:rPr lang="en-US" b="0" dirty="0" err="1"/>
              <a:t>sai</a:t>
            </a:r>
            <a:r>
              <a:rPr lang="en-US" b="0" dirty="0"/>
              <a:t> </a:t>
            </a:r>
            <a:r>
              <a:rPr lang="en-US" b="0" dirty="0" err="1"/>
              <a:t>trên</a:t>
            </a:r>
            <a:r>
              <a:rPr lang="en-US" b="0" dirty="0"/>
              <a:t> </a:t>
            </a:r>
            <a:r>
              <a:rPr lang="en-US" b="0" dirty="0" err="1"/>
              <a:t>mô</a:t>
            </a:r>
            <a:r>
              <a:rPr lang="en-US" b="0" dirty="0"/>
              <a:t> (</a:t>
            </a:r>
            <a:r>
              <a:rPr lang="en-US" b="0" dirty="0" err="1"/>
              <a:t>giữa</a:t>
            </a:r>
            <a:r>
              <a:rPr lang="en-US" b="0" dirty="0"/>
              <a:t> 2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sense).</a:t>
            </a:r>
            <a:endParaRPr lang="vi-VN" b="0" dirty="0"/>
          </a:p>
          <a:p>
            <a:r>
              <a:rPr lang="vi-VN" b="0" dirty="0"/>
              <a:t>6) V_ref (đường tham chiếu dòng) Mục đích: tạo tín hiệu tham chiếu để biết dòng đang bơm thực sự là bao nhiêu.</a:t>
            </a:r>
          </a:p>
          <a:p>
            <a:r>
              <a:rPr lang="en-US" b="0" dirty="0"/>
              <a:t>7) Gain/Phase Detector (AD8302)</a:t>
            </a:r>
            <a:r>
              <a:rPr lang="vi-VN" b="0" dirty="0"/>
              <a:t> </a:t>
            </a:r>
            <a:r>
              <a:rPr lang="en-US" b="0" dirty="0" err="1"/>
              <a:t>Mục</a:t>
            </a:r>
            <a:r>
              <a:rPr lang="en-US" b="0" dirty="0"/>
              <a:t> </a:t>
            </a:r>
            <a:r>
              <a:rPr lang="en-US" b="0" dirty="0" err="1"/>
              <a:t>đích</a:t>
            </a:r>
            <a:r>
              <a:rPr lang="en-US" b="0" dirty="0"/>
              <a:t>: so </a:t>
            </a:r>
            <a:r>
              <a:rPr lang="en-US" b="0" dirty="0" err="1"/>
              <a:t>sánh</a:t>
            </a:r>
            <a:r>
              <a:rPr lang="en-US" b="0" dirty="0"/>
              <a:t> </a:t>
            </a:r>
            <a:r>
              <a:rPr lang="en-US" b="0" dirty="0" err="1"/>
              <a:t>hai</a:t>
            </a:r>
            <a:r>
              <a:rPr lang="en-US" b="0" dirty="0"/>
              <a:t> </a:t>
            </a:r>
            <a:r>
              <a:rPr lang="en-US" b="0" dirty="0" err="1"/>
              <a:t>tín</a:t>
            </a:r>
            <a:r>
              <a:rPr lang="en-US" b="0" dirty="0"/>
              <a:t> </a:t>
            </a:r>
            <a:r>
              <a:rPr lang="en-US" b="0" dirty="0" err="1"/>
              <a:t>hiệu</a:t>
            </a:r>
            <a:r>
              <a:rPr lang="en-US" b="0" dirty="0"/>
              <a:t> sin </a:t>
            </a:r>
            <a:r>
              <a:rPr lang="en-US" b="0" dirty="0" err="1"/>
              <a:t>cùng</a:t>
            </a:r>
            <a:r>
              <a:rPr lang="en-US" b="0" dirty="0"/>
              <a:t> </a:t>
            </a:r>
            <a:r>
              <a:rPr lang="en-US" b="0" dirty="0" err="1"/>
              <a:t>tần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(</a:t>
            </a:r>
            <a:r>
              <a:rPr lang="en-US" b="0" dirty="0" err="1"/>
              <a:t>V_tissue</a:t>
            </a:r>
            <a:r>
              <a:rPr lang="en-US" b="0" dirty="0"/>
              <a:t>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V_ref</a:t>
            </a:r>
            <a:r>
              <a:rPr lang="en-US" b="0" dirty="0"/>
              <a:t>)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xuất</a:t>
            </a:r>
            <a:r>
              <a:rPr lang="en-US" b="0" dirty="0"/>
              <a:t> </a:t>
            </a:r>
            <a:r>
              <a:rPr lang="en-US" b="0" dirty="0" err="1"/>
              <a:t>ra</a:t>
            </a:r>
            <a:r>
              <a:rPr lang="en-US" b="0" dirty="0"/>
              <a:t> 2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áp</a:t>
            </a:r>
            <a:r>
              <a:rPr lang="en-US" b="0" dirty="0"/>
              <a:t> DC:</a:t>
            </a:r>
            <a:endParaRPr lang="vi-V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8) </a:t>
            </a:r>
            <a:r>
              <a:rPr lang="en-US" b="0" dirty="0" err="1"/>
              <a:t>Vmag_DC</a:t>
            </a:r>
            <a:r>
              <a:rPr lang="en-US" b="0" dirty="0"/>
              <a:t> ~ |Z|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Vphs</a:t>
            </a:r>
            <a:r>
              <a:rPr lang="en-US" b="0" dirty="0"/>
              <a:t>_</a:t>
            </a:r>
            <a:r>
              <a:rPr lang="vi-VN" b="0" dirty="0"/>
              <a:t>DC. Vmag_DC: Biên độ, tương ứng với |Z| (trở kháng mô). Vphs_DC: Lệch pha, tương ứng với pha của Z.</a:t>
            </a:r>
          </a:p>
          <a:p>
            <a:r>
              <a:rPr lang="vi-VN" b="0" dirty="0"/>
              <a:t>9) MCU: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sweep (</a:t>
            </a:r>
            <a:r>
              <a:rPr lang="en-US" dirty="0" err="1"/>
              <a:t>nếu</a:t>
            </a:r>
            <a:r>
              <a:rPr lang="en-US" dirty="0"/>
              <a:t> DDS)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function gen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  <a:r>
              <a:rPr lang="vi-VN" dirty="0"/>
              <a:t> </a:t>
            </a:r>
            <a:r>
              <a:rPr lang="en-US" dirty="0" err="1"/>
              <a:t>Đọc</a:t>
            </a:r>
            <a:r>
              <a:rPr lang="en-US" dirty="0"/>
              <a:t> ADC 2 </a:t>
            </a:r>
            <a:r>
              <a:rPr lang="en-US" dirty="0" err="1"/>
              <a:t>kênh</a:t>
            </a:r>
            <a:r>
              <a:rPr lang="en-US" dirty="0"/>
              <a:t>: </a:t>
            </a:r>
            <a:r>
              <a:rPr lang="en-US" dirty="0" err="1"/>
              <a:t>Vmag_DC</a:t>
            </a:r>
            <a:r>
              <a:rPr lang="en-US" dirty="0"/>
              <a:t>, </a:t>
            </a:r>
            <a:r>
              <a:rPr lang="en-US" dirty="0" err="1"/>
              <a:t>Vphs_DC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  <a:p>
            <a:endParaRPr lang="vi-VN" dirty="0"/>
          </a:p>
          <a:p>
            <a:pPr marL="228600" indent="-228600">
              <a:buAutoNum type="arabicParenR"/>
            </a:pP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44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6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30/01/2026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30/01/2026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30/01/2026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30/01/2026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30/01/2026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30/01/2026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880711"/>
            <a:ext cx="9144000" cy="690116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Thay đổi ở mạch EIM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34BEB-B984-2E5D-5755-977D7B4A304E}"/>
              </a:ext>
            </a:extLst>
          </p:cNvPr>
          <p:cNvSpPr txBox="1"/>
          <p:nvPr/>
        </p:nvSpPr>
        <p:spPr>
          <a:xfrm>
            <a:off x="0" y="2658794"/>
            <a:ext cx="55708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Mục tiêu ban đầu: Sử dụng AD5933 để thiết kế lại mạch đo 4 điện cực.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Nội dung thay đổi: từ 100kHz </a:t>
            </a:r>
            <a:r>
              <a:rPr lang="vi-VN" dirty="0">
                <a:sym typeface="Wingdings" panose="05000000000000000000" pitchFamily="2" charset="2"/>
              </a:rPr>
              <a:t> Thấp nhất: 1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ym typeface="Wingdings" panose="05000000000000000000" pitchFamily="2" charset="2"/>
              </a:rPr>
              <a:t>AD5933 không đáp ứng được yêu cầu</a:t>
            </a:r>
            <a:endParaRPr lang="en-US" dirty="0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B8A01A75-CDE7-2F3D-3B41-406DE2C55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806" y="1753014"/>
            <a:ext cx="6596258" cy="356588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A19F96-57AC-D7CF-A84C-581C1DA8D989}"/>
              </a:ext>
            </a:extLst>
          </p:cNvPr>
          <p:cNvCxnSpPr>
            <a:cxnSpLocks/>
          </p:cNvCxnSpPr>
          <p:nvPr/>
        </p:nvCxnSpPr>
        <p:spPr>
          <a:xfrm flipH="1">
            <a:off x="5353575" y="1905391"/>
            <a:ext cx="17576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AA3354-A7E7-1D93-B3ED-68DA1C3E35BE}"/>
              </a:ext>
            </a:extLst>
          </p:cNvPr>
          <p:cNvCxnSpPr/>
          <p:nvPr/>
        </p:nvCxnSpPr>
        <p:spPr>
          <a:xfrm>
            <a:off x="5469206" y="1905391"/>
            <a:ext cx="18592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A742-864B-E99A-2F1D-36B43CB7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Sơ đồ khối mới (dự kiến)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C5A3-DC5E-E689-768F-D60D72E1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28538-4B2C-A6D2-4241-AFFB02F7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52A650-7296-CC77-2DA6-E23D047EFA81}"/>
              </a:ext>
            </a:extLst>
          </p:cNvPr>
          <p:cNvSpPr/>
          <p:nvPr/>
        </p:nvSpPr>
        <p:spPr>
          <a:xfrm>
            <a:off x="3848655" y="2100341"/>
            <a:ext cx="881593" cy="87523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LPF</a:t>
            </a:r>
            <a:br>
              <a:rPr lang="vi-VN" dirty="0"/>
            </a:br>
            <a:r>
              <a:rPr lang="vi-VN" dirty="0"/>
              <a:t>HPF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C7B3F9-E06B-0982-126C-CDC88CC0ACC5}"/>
              </a:ext>
            </a:extLst>
          </p:cNvPr>
          <p:cNvSpPr/>
          <p:nvPr/>
        </p:nvSpPr>
        <p:spPr>
          <a:xfrm>
            <a:off x="5613137" y="2238281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sz="1100" dirty="0"/>
              <a:t>Voltage controlled Current Source</a:t>
            </a:r>
            <a:endParaRPr lang="en-US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395CCC-1345-130C-78FE-2D74077CF771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730248" y="2537958"/>
            <a:ext cx="8828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84B77D8-5F7F-E09E-F2D1-21730F62571F}"/>
              </a:ext>
            </a:extLst>
          </p:cNvPr>
          <p:cNvSpPr txBox="1"/>
          <p:nvPr/>
        </p:nvSpPr>
        <p:spPr>
          <a:xfrm>
            <a:off x="4667811" y="2258565"/>
            <a:ext cx="107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V (sin_filt)</a:t>
            </a:r>
            <a:endParaRPr lang="en-US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D4831F-F02B-6B17-1173-DC0265D5BF25}"/>
              </a:ext>
            </a:extLst>
          </p:cNvPr>
          <p:cNvCxnSpPr>
            <a:cxnSpLocks/>
          </p:cNvCxnSpPr>
          <p:nvPr/>
        </p:nvCxnSpPr>
        <p:spPr>
          <a:xfrm>
            <a:off x="6864994" y="2518908"/>
            <a:ext cx="1106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C72322-7C67-1410-B9C8-D6D01FAC5398}"/>
              </a:ext>
            </a:extLst>
          </p:cNvPr>
          <p:cNvSpPr/>
          <p:nvPr/>
        </p:nvSpPr>
        <p:spPr>
          <a:xfrm>
            <a:off x="7971806" y="2219231"/>
            <a:ext cx="1251857" cy="5993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tetrapolar </a:t>
            </a:r>
            <a:r>
              <a:rPr lang="vi-VN" sz="1200" dirty="0"/>
              <a:t>electrodoes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F617B-3D75-D0C9-7A88-43BBAA5D62D9}"/>
              </a:ext>
            </a:extLst>
          </p:cNvPr>
          <p:cNvSpPr txBox="1"/>
          <p:nvPr/>
        </p:nvSpPr>
        <p:spPr>
          <a:xfrm>
            <a:off x="6834361" y="2240770"/>
            <a:ext cx="86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</a:t>
            </a:r>
            <a:r>
              <a:rPr lang="vi-VN" sz="1400" dirty="0"/>
              <a:t>(sin_filt)</a:t>
            </a:r>
            <a:endParaRPr lang="en-US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A38383-6B5A-4E4A-EBA8-E839180477B4}"/>
              </a:ext>
            </a:extLst>
          </p:cNvPr>
          <p:cNvSpPr/>
          <p:nvPr/>
        </p:nvSpPr>
        <p:spPr>
          <a:xfrm>
            <a:off x="9998995" y="2769885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V_Ref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F01C07-758E-7BDD-9450-1770DDB861BA}"/>
              </a:ext>
            </a:extLst>
          </p:cNvPr>
          <p:cNvSpPr/>
          <p:nvPr/>
        </p:nvSpPr>
        <p:spPr>
          <a:xfrm>
            <a:off x="9998995" y="1856540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V_tissue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3120C8-955C-C7C4-7F9E-F1E0347BB4A7}"/>
              </a:ext>
            </a:extLst>
          </p:cNvPr>
          <p:cNvSpPr/>
          <p:nvPr/>
        </p:nvSpPr>
        <p:spPr>
          <a:xfrm>
            <a:off x="10311117" y="4782533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Gain/Phase Detector</a:t>
            </a:r>
            <a:br>
              <a:rPr lang="vi-VN" sz="1200" dirty="0"/>
            </a:br>
            <a:r>
              <a:rPr lang="vi-VN" sz="1200" dirty="0"/>
              <a:t>(</a:t>
            </a:r>
            <a:r>
              <a:rPr lang="en-US" sz="1200" dirty="0"/>
              <a:t>AD8302 </a:t>
            </a:r>
            <a:r>
              <a:rPr lang="vi-VN" sz="1200" dirty="0"/>
              <a:t>)</a:t>
            </a:r>
            <a:endParaRPr lang="en-US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E5171B-7D67-5A79-BB61-16E286CA41D3}"/>
              </a:ext>
            </a:extLst>
          </p:cNvPr>
          <p:cNvSpPr/>
          <p:nvPr/>
        </p:nvSpPr>
        <p:spPr>
          <a:xfrm>
            <a:off x="7627390" y="5382342"/>
            <a:ext cx="1251857" cy="30777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Vphs_DC</a:t>
            </a:r>
            <a:endParaRPr lang="vi-VN" sz="1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411552-C1E1-9514-8414-C538B767463D}"/>
              </a:ext>
            </a:extLst>
          </p:cNvPr>
          <p:cNvSpPr/>
          <p:nvPr/>
        </p:nvSpPr>
        <p:spPr>
          <a:xfrm>
            <a:off x="7627390" y="4522658"/>
            <a:ext cx="1251857" cy="30777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Vmag</a:t>
            </a:r>
            <a:r>
              <a:rPr lang="en-US" sz="1200" dirty="0"/>
              <a:t>_</a:t>
            </a:r>
            <a:r>
              <a:rPr lang="vi-VN" sz="1200" dirty="0"/>
              <a:t>DC~ |Z|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18E2246-55EF-1D6C-0AE6-310120099B00}"/>
              </a:ext>
            </a:extLst>
          </p:cNvPr>
          <p:cNvCxnSpPr>
            <a:cxnSpLocks/>
          </p:cNvCxnSpPr>
          <p:nvPr/>
        </p:nvCxnSpPr>
        <p:spPr>
          <a:xfrm rot="10800000">
            <a:off x="8879247" y="4676548"/>
            <a:ext cx="1431870" cy="4056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2BCB7FD-B802-7E27-7614-2DDD05A76D4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79247" y="5082209"/>
            <a:ext cx="1431870" cy="4540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647E94-2332-2EDF-9BE0-AC5703F663B7}"/>
              </a:ext>
            </a:extLst>
          </p:cNvPr>
          <p:cNvSpPr/>
          <p:nvPr/>
        </p:nvSpPr>
        <p:spPr>
          <a:xfrm>
            <a:off x="5207998" y="4806811"/>
            <a:ext cx="956982" cy="656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MCU</a:t>
            </a:r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3F15997-E796-A8CE-350A-D35E91F419B3}"/>
              </a:ext>
            </a:extLst>
          </p:cNvPr>
          <p:cNvCxnSpPr>
            <a:cxnSpLocks/>
          </p:cNvCxnSpPr>
          <p:nvPr/>
        </p:nvCxnSpPr>
        <p:spPr>
          <a:xfrm flipH="1">
            <a:off x="6174505" y="4686072"/>
            <a:ext cx="1452885" cy="44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82CB4E3-47AE-AD8B-7AFA-D55F8ED38671}"/>
              </a:ext>
            </a:extLst>
          </p:cNvPr>
          <p:cNvCxnSpPr>
            <a:cxnSpLocks/>
          </p:cNvCxnSpPr>
          <p:nvPr/>
        </p:nvCxnSpPr>
        <p:spPr>
          <a:xfrm flipH="1" flipV="1">
            <a:off x="6164980" y="5154224"/>
            <a:ext cx="1471935" cy="3915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6E06A4C-BA5C-A743-E89B-546E3506E9EF}"/>
              </a:ext>
            </a:extLst>
          </p:cNvPr>
          <p:cNvSpPr/>
          <p:nvPr/>
        </p:nvSpPr>
        <p:spPr>
          <a:xfrm>
            <a:off x="164408" y="2047500"/>
            <a:ext cx="1251857" cy="98091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vi-VN" dirty="0">
                <a:latin typeface="Arial"/>
                <a:cs typeface="Arial"/>
              </a:rPr>
              <a:t>DDS</a:t>
            </a:r>
            <a:br>
              <a:rPr lang="vi-VN" dirty="0">
                <a:latin typeface="Arial"/>
                <a:cs typeface="Arial"/>
              </a:rPr>
            </a:br>
            <a:r>
              <a:rPr lang="vi-VN" dirty="0">
                <a:latin typeface="Arial"/>
                <a:cs typeface="Arial"/>
              </a:rPr>
              <a:t>AD9834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8E0258B-74F8-7CDF-5A7D-6EAD580EF951}"/>
              </a:ext>
            </a:extLst>
          </p:cNvPr>
          <p:cNvCxnSpPr>
            <a:cxnSpLocks/>
          </p:cNvCxnSpPr>
          <p:nvPr/>
        </p:nvCxnSpPr>
        <p:spPr>
          <a:xfrm flipV="1">
            <a:off x="9223663" y="2064681"/>
            <a:ext cx="775332" cy="454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7B54F66-0D54-784D-B371-DA2990BB15E9}"/>
              </a:ext>
            </a:extLst>
          </p:cNvPr>
          <p:cNvCxnSpPr>
            <a:cxnSpLocks/>
          </p:cNvCxnSpPr>
          <p:nvPr/>
        </p:nvCxnSpPr>
        <p:spPr>
          <a:xfrm>
            <a:off x="9223663" y="2518908"/>
            <a:ext cx="775332" cy="4591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038D8DA-B745-AC87-9470-3946B2BF13FE}"/>
              </a:ext>
            </a:extLst>
          </p:cNvPr>
          <p:cNvCxnSpPr>
            <a:cxnSpLocks/>
          </p:cNvCxnSpPr>
          <p:nvPr/>
        </p:nvCxnSpPr>
        <p:spPr>
          <a:xfrm>
            <a:off x="11440279" y="2548547"/>
            <a:ext cx="103645" cy="2533663"/>
          </a:xfrm>
          <a:prstGeom prst="bentConnector3">
            <a:avLst>
              <a:gd name="adj1" fmla="val 3205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BA6943-D7BA-368A-BA6C-37B2235EB328}"/>
              </a:ext>
            </a:extLst>
          </p:cNvPr>
          <p:cNvSpPr/>
          <p:nvPr/>
        </p:nvSpPr>
        <p:spPr>
          <a:xfrm>
            <a:off x="45153" y="1976511"/>
            <a:ext cx="1520948" cy="16776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E22DE9-98BE-E4E1-A8F0-5066BDFDE13A}"/>
              </a:ext>
            </a:extLst>
          </p:cNvPr>
          <p:cNvSpPr txBox="1"/>
          <p:nvPr/>
        </p:nvSpPr>
        <p:spPr>
          <a:xfrm>
            <a:off x="325486" y="3159487"/>
            <a:ext cx="95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Sin-wave generator</a:t>
            </a:r>
            <a:endParaRPr lang="en-US" sz="14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4F04050-940F-6A10-EF99-C8E01DB016A8}"/>
              </a:ext>
            </a:extLst>
          </p:cNvPr>
          <p:cNvSpPr/>
          <p:nvPr/>
        </p:nvSpPr>
        <p:spPr>
          <a:xfrm>
            <a:off x="7796648" y="1605364"/>
            <a:ext cx="3662681" cy="18863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2BDE8E-D0FD-4543-1E92-E9FDF086C91D}"/>
              </a:ext>
            </a:extLst>
          </p:cNvPr>
          <p:cNvSpPr txBox="1"/>
          <p:nvPr/>
        </p:nvSpPr>
        <p:spPr>
          <a:xfrm>
            <a:off x="9046985" y="3186166"/>
            <a:ext cx="592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Load</a:t>
            </a:r>
            <a:endParaRPr 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17932C-E353-2ABD-BD01-0DCF09E0AFE0}"/>
              </a:ext>
            </a:extLst>
          </p:cNvPr>
          <p:cNvSpPr txBox="1"/>
          <p:nvPr/>
        </p:nvSpPr>
        <p:spPr>
          <a:xfrm>
            <a:off x="6566644" y="4823674"/>
            <a:ext cx="592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ADC</a:t>
            </a:r>
            <a:endParaRPr lang="en-US" sz="1400" dirty="0"/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59147C8-C094-8AE8-1A6F-813EAE2EDD4A}"/>
              </a:ext>
            </a:extLst>
          </p:cNvPr>
          <p:cNvCxnSpPr>
            <a:cxnSpLocks/>
          </p:cNvCxnSpPr>
          <p:nvPr/>
        </p:nvCxnSpPr>
        <p:spPr>
          <a:xfrm>
            <a:off x="11167381" y="2064681"/>
            <a:ext cx="291948" cy="483866"/>
          </a:xfrm>
          <a:prstGeom prst="bentConnector3">
            <a:avLst>
              <a:gd name="adj1" fmla="val 178302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A5A9BA2-D128-4D16-750A-7AF6BF95ABAB}"/>
              </a:ext>
            </a:extLst>
          </p:cNvPr>
          <p:cNvCxnSpPr>
            <a:cxnSpLocks/>
          </p:cNvCxnSpPr>
          <p:nvPr/>
        </p:nvCxnSpPr>
        <p:spPr>
          <a:xfrm flipV="1">
            <a:off x="11167381" y="2548547"/>
            <a:ext cx="291948" cy="429479"/>
          </a:xfrm>
          <a:prstGeom prst="bentConnector3">
            <a:avLst>
              <a:gd name="adj1" fmla="val 1783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8FC05A-5382-AEB4-D802-7B31B6BE6F0D}"/>
              </a:ext>
            </a:extLst>
          </p:cNvPr>
          <p:cNvSpPr/>
          <p:nvPr/>
        </p:nvSpPr>
        <p:spPr>
          <a:xfrm>
            <a:off x="2162730" y="2071765"/>
            <a:ext cx="967318" cy="91333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vi-VN" dirty="0" err="1">
                <a:latin typeface="Arial"/>
                <a:cs typeface="Arial"/>
              </a:rPr>
              <a:t>Diff</a:t>
            </a:r>
            <a:r>
              <a:rPr lang="vi-VN" dirty="0">
                <a:latin typeface="Arial"/>
                <a:cs typeface="Arial"/>
              </a:rPr>
              <a:t> to </a:t>
            </a:r>
            <a:r>
              <a:rPr lang="vi-VN" dirty="0" err="1">
                <a:latin typeface="Arial"/>
                <a:cs typeface="Arial"/>
              </a:rPr>
              <a:t>Single</a:t>
            </a:r>
          </a:p>
        </p:txBody>
      </p:sp>
    </p:spTree>
    <p:extLst>
      <p:ext uri="{BB962C8B-B14F-4D97-AF65-F5344CB8AC3E}">
        <p14:creationId xmlns:p14="http://schemas.microsoft.com/office/powerpoint/2010/main" val="335065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C4E5-C12F-539B-738E-2B46912D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Tiến độ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29CE-560A-AA07-1244-A4124853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4FFCA-1E04-1914-05D9-B7285536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09EADD-3FF5-28C0-C43C-8E17E9502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9162"/>
            <a:ext cx="8210298" cy="371130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CBAFB8-22C0-37F7-8264-46046E043BDB}"/>
              </a:ext>
            </a:extLst>
          </p:cNvPr>
          <p:cNvSpPr/>
          <p:nvPr/>
        </p:nvSpPr>
        <p:spPr>
          <a:xfrm>
            <a:off x="1737360" y="2743200"/>
            <a:ext cx="2595489" cy="245481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6F5843-ECE7-5D3A-5DA5-4482E454297D}"/>
              </a:ext>
            </a:extLst>
          </p:cNvPr>
          <p:cNvSpPr/>
          <p:nvPr/>
        </p:nvSpPr>
        <p:spPr>
          <a:xfrm>
            <a:off x="4811151" y="2771495"/>
            <a:ext cx="2504049" cy="242651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0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7E4C-AE4C-D056-1C19-35C4D306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Tiến độ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18387-7909-4C1C-C88A-83B10646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30/01/2026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AA7A3-790C-379D-B509-B000F6DD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C3C02-9817-DB4D-ED5D-91C72174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32" y="1271746"/>
            <a:ext cx="5110940" cy="5030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4E1DF5-BEC0-57AC-FD32-6ECE4816000E}"/>
              </a:ext>
            </a:extLst>
          </p:cNvPr>
          <p:cNvSpPr txBox="1"/>
          <p:nvPr/>
        </p:nvSpPr>
        <p:spPr>
          <a:xfrm>
            <a:off x="654148" y="1575582"/>
            <a:ext cx="5190978" cy="418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431</Words>
  <Application>Microsoft Office PowerPoint</Application>
  <PresentationFormat>Widescreen</PresentationFormat>
  <Paragraphs>55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BÁO CÁO TIẾN ĐỘ</vt:lpstr>
      <vt:lpstr>Thay đổi ở mạch EIM</vt:lpstr>
      <vt:lpstr>Sơ đồ khối mới (dự kiến)</vt:lpstr>
      <vt:lpstr>Tiến độ</vt:lpstr>
      <vt:lpstr>Tiến độ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28</cp:revision>
  <dcterms:created xsi:type="dcterms:W3CDTF">2025-10-30T03:42:52Z</dcterms:created>
  <dcterms:modified xsi:type="dcterms:W3CDTF">2026-01-30T08:10:02Z</dcterms:modified>
</cp:coreProperties>
</file>