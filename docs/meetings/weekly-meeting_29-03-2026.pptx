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927C888-134C-415F-AD2C-70A9D2704B29}">
          <p14:sldIdLst>
            <p14:sldId id="256"/>
            <p14:sldId id="257"/>
            <p14:sldId id="258"/>
            <p14:sldId id="261"/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A19EAD3-05A1-428F-9BD4-D8E46B39D91C}" v="2" dt="2026-03-28T04:06:09.25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79" autoAdjust="0"/>
    <p:restoredTop sz="94012" autoAdjust="0"/>
  </p:normalViewPr>
  <p:slideViewPr>
    <p:cSldViewPr snapToGrid="0">
      <p:cViewPr>
        <p:scale>
          <a:sx n="75" d="100"/>
          <a:sy n="75" d="100"/>
        </p:scale>
        <p:origin x="330" y="-1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nh Khôi Võ Tấn" userId="df010977c1c328cb" providerId="LiveId" clId="{021737E1-13EE-495B-A898-B29314BB33F8}"/>
    <pc:docChg chg="undo redo custSel addSld delSld modSld modSection">
      <pc:chgData name="Minh Khôi Võ Tấn" userId="df010977c1c328cb" providerId="LiveId" clId="{021737E1-13EE-495B-A898-B29314BB33F8}" dt="2026-03-28T04:13:53.942" v="3208" actId="1076"/>
      <pc:docMkLst>
        <pc:docMk/>
      </pc:docMkLst>
      <pc:sldChg chg="addSp delSp modSp mod">
        <pc:chgData name="Minh Khôi Võ Tấn" userId="df010977c1c328cb" providerId="LiveId" clId="{021737E1-13EE-495B-A898-B29314BB33F8}" dt="2026-03-28T04:13:53.942" v="3208" actId="1076"/>
        <pc:sldMkLst>
          <pc:docMk/>
          <pc:sldMk cId="3653425752" sldId="258"/>
        </pc:sldMkLst>
        <pc:grpChg chg="mod">
          <ac:chgData name="Minh Khôi Võ Tấn" userId="df010977c1c328cb" providerId="LiveId" clId="{021737E1-13EE-495B-A898-B29314BB33F8}" dt="2026-03-28T04:06:04.394" v="3201"/>
          <ac:grpSpMkLst>
            <pc:docMk/>
            <pc:sldMk cId="3653425752" sldId="258"/>
            <ac:grpSpMk id="14" creationId="{F8F33CF3-BAFC-E7A6-C5C7-2EA9469B5223}"/>
          </ac:grpSpMkLst>
        </pc:grpChg>
        <pc:grpChg chg="mod">
          <ac:chgData name="Minh Khôi Võ Tấn" userId="df010977c1c328cb" providerId="LiveId" clId="{021737E1-13EE-495B-A898-B29314BB33F8}" dt="2026-03-28T04:06:09.257" v="3206"/>
          <ac:grpSpMkLst>
            <pc:docMk/>
            <pc:sldMk cId="3653425752" sldId="258"/>
            <ac:grpSpMk id="20" creationId="{80389C47-2DF7-4E50-AC89-03E2218326CB}"/>
          </ac:grpSpMkLst>
        </pc:grpChg>
        <pc:picChg chg="mod">
          <ac:chgData name="Minh Khôi Võ Tấn" userId="df010977c1c328cb" providerId="LiveId" clId="{021737E1-13EE-495B-A898-B29314BB33F8}" dt="2026-03-28T04:13:53.942" v="3208" actId="1076"/>
          <ac:picMkLst>
            <pc:docMk/>
            <pc:sldMk cId="3653425752" sldId="258"/>
            <ac:picMk id="13" creationId="{C046EAE9-E2CF-DDFF-C359-683BFFF81276}"/>
          </ac:picMkLst>
        </pc:picChg>
        <pc:picChg chg="mod">
          <ac:chgData name="Minh Khôi Võ Tấn" userId="df010977c1c328cb" providerId="LiveId" clId="{021737E1-13EE-495B-A898-B29314BB33F8}" dt="2026-03-28T04:03:08.956" v="3189" actId="14100"/>
          <ac:picMkLst>
            <pc:docMk/>
            <pc:sldMk cId="3653425752" sldId="258"/>
            <ac:picMk id="15" creationId="{2E18EC18-1E5E-AA7B-F271-A147A86C4357}"/>
          </ac:picMkLst>
        </pc:picChg>
        <pc:inkChg chg="add del">
          <ac:chgData name="Minh Khôi Võ Tấn" userId="df010977c1c328cb" providerId="LiveId" clId="{021737E1-13EE-495B-A898-B29314BB33F8}" dt="2026-03-28T04:05:10.379" v="3192" actId="9405"/>
          <ac:inkMkLst>
            <pc:docMk/>
            <pc:sldMk cId="3653425752" sldId="258"/>
            <ac:inkMk id="3" creationId="{06E0E5CD-B6EB-8806-13B9-28D811B69332}"/>
          </ac:inkMkLst>
        </pc:inkChg>
        <pc:inkChg chg="add del">
          <ac:chgData name="Minh Khôi Võ Tấn" userId="df010977c1c328cb" providerId="LiveId" clId="{021737E1-13EE-495B-A898-B29314BB33F8}" dt="2026-03-28T04:05:17.431" v="3194" actId="9405"/>
          <ac:inkMkLst>
            <pc:docMk/>
            <pc:sldMk cId="3653425752" sldId="258"/>
            <ac:inkMk id="6" creationId="{E6681A5E-9614-EEA7-147C-6707EB454CC6}"/>
          </ac:inkMkLst>
        </pc:inkChg>
        <pc:inkChg chg="add">
          <ac:chgData name="Minh Khôi Võ Tấn" userId="df010977c1c328cb" providerId="LiveId" clId="{021737E1-13EE-495B-A898-B29314BB33F8}" dt="2026-03-28T04:05:31.399" v="3195" actId="9405"/>
          <ac:inkMkLst>
            <pc:docMk/>
            <pc:sldMk cId="3653425752" sldId="258"/>
            <ac:inkMk id="7" creationId="{DABCA7AF-6723-2C7D-9066-C596DBE2BDAC}"/>
          </ac:inkMkLst>
        </pc:inkChg>
        <pc:inkChg chg="add">
          <ac:chgData name="Minh Khôi Võ Tấn" userId="df010977c1c328cb" providerId="LiveId" clId="{021737E1-13EE-495B-A898-B29314BB33F8}" dt="2026-03-28T04:05:41.277" v="3196" actId="9405"/>
          <ac:inkMkLst>
            <pc:docMk/>
            <pc:sldMk cId="3653425752" sldId="258"/>
            <ac:inkMk id="8" creationId="{8C83603A-FE42-D96B-E79F-8754A05C4C20}"/>
          </ac:inkMkLst>
        </pc:inkChg>
        <pc:inkChg chg="add mod">
          <ac:chgData name="Minh Khôi Võ Tấn" userId="df010977c1c328cb" providerId="LiveId" clId="{021737E1-13EE-495B-A898-B29314BB33F8}" dt="2026-03-28T04:06:04.394" v="3201"/>
          <ac:inkMkLst>
            <pc:docMk/>
            <pc:sldMk cId="3653425752" sldId="258"/>
            <ac:inkMk id="9" creationId="{1BE72EBC-F190-D234-281D-AC1D1FB28F06}"/>
          </ac:inkMkLst>
        </pc:inkChg>
        <pc:inkChg chg="add mod">
          <ac:chgData name="Minh Khôi Võ Tấn" userId="df010977c1c328cb" providerId="LiveId" clId="{021737E1-13EE-495B-A898-B29314BB33F8}" dt="2026-03-28T04:06:04.394" v="3201"/>
          <ac:inkMkLst>
            <pc:docMk/>
            <pc:sldMk cId="3653425752" sldId="258"/>
            <ac:inkMk id="10" creationId="{5287171E-06E2-8CD6-8E90-55B0960D0298}"/>
          </ac:inkMkLst>
        </pc:inkChg>
        <pc:inkChg chg="add mod">
          <ac:chgData name="Minh Khôi Võ Tấn" userId="df010977c1c328cb" providerId="LiveId" clId="{021737E1-13EE-495B-A898-B29314BB33F8}" dt="2026-03-28T04:06:04.394" v="3201"/>
          <ac:inkMkLst>
            <pc:docMk/>
            <pc:sldMk cId="3653425752" sldId="258"/>
            <ac:inkMk id="11" creationId="{2054F2F8-89B7-F617-6D3B-6F29284D6F50}"/>
          </ac:inkMkLst>
        </pc:inkChg>
        <pc:inkChg chg="add mod">
          <ac:chgData name="Minh Khôi Võ Tấn" userId="df010977c1c328cb" providerId="LiveId" clId="{021737E1-13EE-495B-A898-B29314BB33F8}" dt="2026-03-28T04:06:04.394" v="3201"/>
          <ac:inkMkLst>
            <pc:docMk/>
            <pc:sldMk cId="3653425752" sldId="258"/>
            <ac:inkMk id="12" creationId="{2151B651-9AD4-E33D-93A8-EB4D457A8509}"/>
          </ac:inkMkLst>
        </pc:inkChg>
        <pc:inkChg chg="add mod">
          <ac:chgData name="Minh Khôi Võ Tấn" userId="df010977c1c328cb" providerId="LiveId" clId="{021737E1-13EE-495B-A898-B29314BB33F8}" dt="2026-03-28T04:06:09.257" v="3206"/>
          <ac:inkMkLst>
            <pc:docMk/>
            <pc:sldMk cId="3653425752" sldId="258"/>
            <ac:inkMk id="16" creationId="{A2CA2E82-2959-9DD2-9417-6F11BE5ABE62}"/>
          </ac:inkMkLst>
        </pc:inkChg>
        <pc:inkChg chg="add mod">
          <ac:chgData name="Minh Khôi Võ Tấn" userId="df010977c1c328cb" providerId="LiveId" clId="{021737E1-13EE-495B-A898-B29314BB33F8}" dt="2026-03-28T04:06:09.257" v="3206"/>
          <ac:inkMkLst>
            <pc:docMk/>
            <pc:sldMk cId="3653425752" sldId="258"/>
            <ac:inkMk id="17" creationId="{1C4F3452-3EFC-C8BB-483A-54308F4A61CB}"/>
          </ac:inkMkLst>
        </pc:inkChg>
        <pc:inkChg chg="add mod">
          <ac:chgData name="Minh Khôi Võ Tấn" userId="df010977c1c328cb" providerId="LiveId" clId="{021737E1-13EE-495B-A898-B29314BB33F8}" dt="2026-03-28T04:06:09.257" v="3206"/>
          <ac:inkMkLst>
            <pc:docMk/>
            <pc:sldMk cId="3653425752" sldId="258"/>
            <ac:inkMk id="18" creationId="{52CF8459-8CB6-B095-3F2F-BECCA85C1504}"/>
          </ac:inkMkLst>
        </pc:inkChg>
        <pc:inkChg chg="add mod">
          <ac:chgData name="Minh Khôi Võ Tấn" userId="df010977c1c328cb" providerId="LiveId" clId="{021737E1-13EE-495B-A898-B29314BB33F8}" dt="2026-03-28T04:06:09.257" v="3206"/>
          <ac:inkMkLst>
            <pc:docMk/>
            <pc:sldMk cId="3653425752" sldId="258"/>
            <ac:inkMk id="19" creationId="{4243751C-6893-88C1-33AC-148358F0C989}"/>
          </ac:inkMkLst>
        </pc:inkChg>
        <pc:inkChg chg="add">
          <ac:chgData name="Minh Khôi Võ Tấn" userId="df010977c1c328cb" providerId="LiveId" clId="{021737E1-13EE-495B-A898-B29314BB33F8}" dt="2026-03-28T04:13:50.294" v="3207" actId="9405"/>
          <ac:inkMkLst>
            <pc:docMk/>
            <pc:sldMk cId="3653425752" sldId="258"/>
            <ac:inkMk id="21" creationId="{927E7234-FB57-C1B2-7CC1-00C133A1E295}"/>
          </ac:inkMkLst>
        </pc:inkChg>
      </pc:sldChg>
      <pc:sldChg chg="modSp mod">
        <pc:chgData name="Minh Khôi Võ Tấn" userId="df010977c1c328cb" providerId="LiveId" clId="{021737E1-13EE-495B-A898-B29314BB33F8}" dt="2026-03-28T03:56:06.639" v="3186" actId="14100"/>
        <pc:sldMkLst>
          <pc:docMk/>
          <pc:sldMk cId="391511365" sldId="261"/>
        </pc:sldMkLst>
        <pc:picChg chg="mod">
          <ac:chgData name="Minh Khôi Võ Tấn" userId="df010977c1c328cb" providerId="LiveId" clId="{021737E1-13EE-495B-A898-B29314BB33F8}" dt="2026-03-28T03:56:03.293" v="3185" actId="14100"/>
          <ac:picMkLst>
            <pc:docMk/>
            <pc:sldMk cId="391511365" sldId="261"/>
            <ac:picMk id="7" creationId="{7663A0AE-6559-AFC0-0285-39714AD36DB9}"/>
          </ac:picMkLst>
        </pc:picChg>
        <pc:picChg chg="mod">
          <ac:chgData name="Minh Khôi Võ Tấn" userId="df010977c1c328cb" providerId="LiveId" clId="{021737E1-13EE-495B-A898-B29314BB33F8}" dt="2026-03-28T03:56:06.639" v="3186" actId="14100"/>
          <ac:picMkLst>
            <pc:docMk/>
            <pc:sldMk cId="391511365" sldId="261"/>
            <ac:picMk id="14" creationId="{C5CC2488-F8BB-C072-807D-C2A5FC0C7804}"/>
          </ac:picMkLst>
        </pc:pic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5:31.399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551 1 24575,'1'0'0,"1"1"0,-1-1 0,0 1 0,0 0 0,0 0 0,0-1 0,0 1 0,1 2 0,1-1 0,103 84 0,-85-72 0,0 0 0,0-2 0,37 15 0,-38-19 0,-12-6 0,0 1 0,-1-1 0,1 2 0,-1-1 0,0 1 0,7 5 0,-13-8 0,0 1 0,1-1 0,-1 0 0,0 1 0,0-1 0,0 0 0,0 1 0,-1 0 0,1-1 0,0 1 0,-1-1 0,1 1 0,-1 0 0,1-1 0,-1 1 0,0 0 0,0 0 0,0-1 0,0 1 0,0 0 0,0 0 0,0-1 0,0 1 0,-1 0 0,1 0 0,-1-1 0,1 1 0,-1-1 0,0 1 0,1 0 0,-1-1 0,-2 3 0,-5 3 0,-1 0 0,1 0 0,-2-1 0,1 0 0,-20 9 0,20-10 0,-22 10 0,-55 19 0,-36 1 0,20-11 0,91-22 0,1 2 0,-1 0 0,0 0 0,1 1 0,0 0 0,0 0 0,-12 10 0,19-12 0,0 0 0,0 0 0,-4 5 0,-7 7 0,-1-3 0,-25 15 0,9-6 0,30-21 0,-10 10 0,11-10 0,0 0 0,0 1 0,0-1 0,0 0 0,-1 0 0,1 1 0,0-1 0,0 0 0,0 1 0,0-1 0,0 0 0,0 0 0,0 1 0,0-1 0,0 0 0,0 1 0,0-1 0,0 0 0,0 1 0,0-1 0,0 0 0,0 1 0,0-1 0,0 0 0,0 0 0,1 1 0,-1-1 0,0 0 0,0 1 0,0-1 0,1 0 0,-1 0 0,0 0 0,0 1 0,0-1 0,1 0 0,-1 0 0,0 0 0,0 1 0,1-1 0,-1 0 0,14 7 0,0 0 0,28 10 0,-22-9 0,54 20 0,269 97 0,-314-115 0,258 98 0,-199-72 0,-46-20 0,-25-11 0,-13-3 0,1-1 0,0 1 0,0 0 0,-1 0 0,0 0 0,6 4 0,-10-6 0,0 0 0,0 0 0,0 0 0,1 0 0,-1 0 0,0 1 0,0-1 0,0 0 0,0 0 0,0 0 0,0 0 0,0 0 0,0 0 0,0 0 0,0 0 0,1 0 0,-1 1 0,0-1 0,0 0 0,0 0 0,0 0 0,0 0 0,0 0 0,0 0 0,0 1 0,0-1 0,0 0 0,0 0 0,0 0 0,0 0 0,0 0 0,0 0 0,0 1 0,0-1 0,0 0 0,0 0 0,0 0 0,0 0 0,-1 0 0,1 0 0,0 0 0,0 1 0,0-1 0,0 0 0,0 0 0,0 0 0,0 0 0,0 0 0,0 0 0,0 0 0,-1 0 0,1 0 0,0 0 0,0 0 0,0 0 0,0 1 0,0-1 0,0 0 0,-1 0 0,-8 2 0,9-2 0,-29 2 0,0 0 0,-31-3 0,16 0 0,-11 1 0,-1 2 0,-92 17 0,-142 43 0,124-29 0,70-14 0,40-7 0,-106 22 0,154-33 0,5 0 0,0-1 0,0 1 0,0-1 0,0 1 0,1 0 0,-1 0 0,0 1 0,-3 1 0,5-3 0,1 0 0,0 0 0,0 0 0,0 0 0,0 0 0,0 0 0,0 0 0,0 0 0,0 1 0,0-1 0,0 0 0,0 0 0,-1 0 0,1 0 0,0 0 0,0 0 0,0 0 0,0 0 0,0 0 0,0 0 0,0 1 0,0-1 0,0 0 0,0 0 0,0 0 0,0 0 0,0 0 0,0 0 0,0 0 0,0 0 0,0 0 0,0 1 0,0-1 0,0 0 0,0 0 0,0 0 0,0 0 0,0 0 0,0 0 0,0 0 0,0 0 0,1 0 0,-1 1 0,0-1 0,0 0 0,0 0 0,0 0 0,0 0 0,0 0 0,0 0 0,0 0 0,0 0 0,0 0 0,0 0 0,1 0 0,-1 0 0,0 0 0,0 0 0,0 0 0,0 0 0,7 2 0,20 2 0,23 3 0,187 70 0,-173-54 0,49 19 0,102 34 0,-174-63 0,-19-7 0,0 2 0,32 15 0,-34-13 0,-9-5 0,-1 0 0,0 1 0,0 1 0,10 8 0,-3-3 0,-14-11 0,0 1 0,0 1 0,0-1 0,-1 0 0,6 6 0,-8-8 0,0 0 0,0 0 0,0 0 0,0 0 0,0 0 0,0 1 0,1-1 0,-1 0 0,0 0 0,0 0 0,0 0 0,0 1 0,0-1 0,0 0 0,0 0 0,0 0 0,0 0 0,0 1 0,0-1 0,0 0 0,0 0 0,0 0 0,0 0 0,0 1 0,0-1 0,0 0 0,0 0 0,0 0 0,0 0 0,0 1 0,0-1 0,-1 0 0,1 0 0,0 0 0,0 0 0,0 1 0,0-1 0,0 0 0,0 0 0,0 0 0,-1 0 0,1 0 0,0 0 0,0 0 0,0 0 0,0 1 0,-1-1 0,1 0 0,0 0 0,0 0 0,-11 2 0,10-2 0,-133 1 0,71-3 0,-12 2 0,-102 11 0,-49 30 0,203-36 0,-33 9 0,49-11 0,0-1 0,0 1 0,0 0 0,1 1 0,-11 7 0,15-10 0,1 0 0,-1 1 0,0 0 0,1-1 0,-1 1 0,1 0 0,0 0 0,-2 1 0,3-2 0,0-1 0,0 1 0,0-1 0,-1 0 0,1 1 0,0-1 0,0 1 0,0-1 0,0 1 0,0-1 0,0 1 0,0-1 0,0 1 0,0-1 0,0 0 0,0 1 0,0-1 0,1 1 0,-1 0 0,0-1 0,1 1 0,-1-1 0,1 1 0,-1-1 0,1 1 0,-1-1 0,1 0 0,-1 1 0,1-1 0,-1 0 0,1 1 0,-1-1 0,1 0 0,-1 0 0,1 1 0,1-1 0,15 4 0,-10-3 0,-1 0 0,11 5 0,126 58 0,13 6 0,-94-46 0,259 105 0,-315-127 0,5 2 0,0 1 0,14 9 0,-24-14 0,-1 0 0,0 0 0,0 1 0,0-1 0,1 0 0,-1 0 0,0 0 0,0 0 0,0 0 0,0 0 0,1 0 0,-1 1 0,0-1 0,0 0 0,0 0 0,0 0 0,0 0 0,0 1 0,0-1 0,1 0 0,-1 0 0,0 0 0,0 0 0,0 1 0,0-1 0,0 0 0,0 0 0,0 0 0,0 1 0,-5 1 0,-13-1 0,15-1 0,-23 0 0,-4-1 0,-1 1 0,-49 8 0,30 3 0,-22 4 0,21-6 0,18-3 0,-46 3 0,73-8 0,1 0 0,-1 0 0,0 0 0,1 1 0,0 0 0,-1 1 0,1-1 0,-9 6 0,-4 2 0,0-1 0,8-5 0,1 0 0,0 1 0,-16 12 0,25-17-38,-1 0 0,1 0 0,0 0 1,-4 10-1177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5:41.27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231 0 24575,'21'1'-858,"0"0"0,0 2 0,22 5-1,59 21-2328,-100-28 3342,0-1 0,0 1-1,0 0 1,-1 0 0,1 0 0,0 0 0,0 0-1,-1 0 1,1 0 0,1 2 0,-2-2-84,-1 0 0,1-1 0,-1 1 1,0 0-1,1-1 0,-1 1 0,0 0 0,0 0 1,1-1-1,-1 1 0,0 0 0,0 0 1,0-1-1,0 1 0,0 0 0,0 0 1,0-1-1,0 1 0,0 0 0,0 0 0,-1-1 1,1 1-1,0 0 0,0 0 0,-1-1 1,1 1-1,0 0 0,-2 0 0,-2 5 265,0-1-1,-1 1 1,0-1 0,0-1-1,-1 1 1,-7 5-1,-7 6 168,-43 30-503,27-15 0,10-7 0,-42 27 0,62-47 0,-1 1 0,0-1 0,1 0 0,-1 0 0,-1-1 0,1 0 0,-13 4 0,13-5 0,0 0 0,0 1 0,1-1 0,-1 1 0,0 1 0,1-1 0,-11 9 0,16-12 0,1 1 0,-1-1 0,1 0 0,-1 1 0,1-1 0,-1 1 0,1-1 0,0 1 0,-1-1 0,1 1 0,0-1 0,-1 1 0,1-1 0,-1 2 0,1-2 0,0 0 0,0 0 0,0 1 0,0-1 0,0 0 0,1 0 0,-1 0 0,0 1 0,0-1 0,0 0 0,0 0 0,0 0 0,0 1 0,0-1 0,0 0 0,1 0 0,-1 0 0,0 0 0,0 0 0,0 1 0,0-1 0,0 0 0,1 0 0,-1 0 0,0 0 0,0 0 0,0 0 0,1 0 0,2 1 0,0 0 0,0 0 0,0-1 0,5 1 0,-6-1 0,83 13 0,-29-3 0,252 47 0,-301-56 0,-4 0 0,0-1 0,0 1 0,0-1 0,0 1 0,-1 0 0,1 0 0,0 0 0,-1 1 0,1-1 0,-1 1 0,3 1 0,-5-3 0,1 0 0,-1 1 0,0-1 0,0 0 0,0 0 0,0 0 0,1 1 0,-1-1 0,0 0 0,0 0 0,0 1 0,0-1 0,0 0 0,0 0 0,0 1 0,0-1 0,0 0 0,0 1 0,0-1 0,0 0 0,0 0 0,0 1 0,0-1 0,0 0 0,0 0 0,0 1 0,0-1 0,0 0 0,0 0 0,0 1 0,0-1 0,-1 0 0,1 0 0,0 0 0,0 1 0,0-1 0,0 0 0,-1 0 0,1 1 0,-11 5 0,1-2 0,0-1 0,-1 0 0,-16 2 0,-2 0 0,-29 9 0,-58 22 0,92-26 0,-43 24 0,-17 18 0,79-48 0,-9 5 0,-22 19 0,35-28-3,1 0 0,0 1 0,0-1 0,-1 0 0,1 0 1,0 1-1,0-1 0,-1 0 0,1 1 0,0-1 0,0 0 0,0 1 0,-1-1 0,1 0 0,0 1 0,0 0 0,0-1-2,0 0-1,0 0 1,0 0 0,0 1-1,0-1 1,0 0-1,1 0 1,-1 0 0,0 0-1,0 0 1,0 0-1,0 1 1,0-1 0,0 0-1,0 0 1,1 0 0,-1 0-1,0 0 1,0 0-1,0 0 1,0 0 0,0 0-1,1 0 1,-1 0 0,0 0-1,0 0 1,0 0-1,16 0-596,-13 0 422,374-10-5621,-358 11 6293,27 3-1,-45-4-381,15 11 1853,-16-11-1932,-3 4 430,2-3-384,1-1 0,-1 1 0,0-1-1,-1 1 1,-15 7 476,0 0-1,-1-2 1,0 0-1,-26 5 1,27-7-464,-10 3-89,-126 32 0,4 9 0,135-43 0,-24 14 0,35-18 0,0 1 0,0 0 0,1 0 0,-1 0 0,0 1 0,1-1 0,-1 1 0,1-1 0,0 1 0,-1 0 0,2 0 0,-1 0 0,-2 4 0,3-6 0,1 0 0,0-1 0,0 1 0,0 0 0,0-1 0,-1 1 0,1 0 0,0-1 0,0 1 0,0 0 0,0-1 0,0 1 0,1 0 0,-1-1 0,0 1 0,0 0 0,0-1 0,0 1 0,1 0 0,-1-1 0,0 1 0,1-1 0,-1 1 0,0-1 0,1 1 0,-1 0 0,1-1 0,-1 0 0,1 1 0,-1-1 0,1 1 0,0 0 0,2 0 0,1 1 0,-1-1 0,0 0 0,0 0 0,5 1 0,-1 0 0,24 5 0,1-1 0,65 3 0,-75-8 0,80 3 0,25 1 0,-123-4 0,10 1 0,-14-2 0,1 0 0,-1 0 0,1 0 0,-1 0 0,1 0 0,-1 1 0,1-1 0,-1 0 0,0 0 0,1 1 0,-1-1 0,1 0 0,-1 1 0,0-1 0,1 0 0,-1 1 0,0-1 0,0 0 0,1 1 0,-1-1 0,1 1 0,-1 0 0,0-1 0,0 0 0,0 1 0,0-1 0,0 0 0,0 1 0,0-1 0,0 0 0,-1 1 0,1-1 0,0 0 0,0 1 0,0-1 0,0 0 0,0 1 0,0-1 0,-1 0 0,1 0 0,0 1 0,0-1 0,0 0 0,-1 0 0,1 1 0,0-1 0,0 0 0,-1 0 0,1 0 0,0 1 0,-1-1 0,-10 5 0,-3-2 0,-1 0 0,0-1 0,0 0 0,0-1 0,-18-1 0,12 0 0,-12 0 0,9-1 0,-1 2 0,1 1 0,-39 7 0,61-9 0,-11 5 0,13-5 0,0 0 0,0 0 0,-1 0 0,1 0 0,0 0 0,0 0 0,0 0 0,0 0 0,-1 0 0,1 0 0,0 0 0,0 0 0,0 1 0,0-1 0,0 0 0,0 0 0,0 0 0,-1 0 0,1 0 0,0 0 0,0 1 0,0-1 0,0 0 0,0 0 0,0 0 0,0 0 0,0 0 0,0 1 0,0-1 0,0 0 0,0 0 0,0 0 0,0 0 0,0 0 0,0 1 0,0-1 0,0 0 0,0 0 0,0 0 0,0 0 0,0 1 0,0-1 0,0 0 0,0 0 0,0 0 0,0 0 0,0 0 0,0 1 0,1-1 0,-1 0 0,0 0 0,0 0 0,0 0 0,0 0 0,0 0 0,0 0 0,1 0 0,-1 1 0,0-1 0,0 0 0,0 0 0,0 0 0,0 0 0,1 0 0,-1 0 0,10 4 0,1 1 0,0-2 0,0 0 0,0 0 0,13 1 0,-7-1 0,154 26-1365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0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0 313 24575,'0'-5'0,"1"0"0,-1 1 0,1-1 0,0 1 0,0-1 0,4-8 0,14-25 0,-6 13 0,60-110 0,-72 133 0,13-27 0,-11 20 0,9-13 0,-12 21 0,1 0 0,-1 1 0,0-1 0,1 0 0,-1 1 0,1-1 0,-1 0 0,1 1 0,0-1 0,-1 1 0,1-1 0,0 1 0,-1-1 0,1 1 0,0 0 0,-1-1 0,1 1 0,0 0 0,0-1 0,0 1 0,0 0 0,0 0 0,-1 1 0,1-1 0,0 0 0,-1 0 0,1 1 0,0-1 0,-1 1 0,1-1 0,-1 1 0,1-1 0,-1 0 0,1 1 0,-1 0 0,1-1 0,-1 1 0,0-1 0,1 1 0,-1 0 0,0-1 0,1 1 0,-1-1 0,0 1 0,1 1 0,3 12 0,0 0 0,-1 0 0,3 28 0,-1-5 0,9 48 0,5 153 0,-21 41-1365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1.4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0 179 24575,'1'17'0,"0"-1"0,8 31 0,-3-17 0,0 2 0,13 39 0,-14-57 0,0-1 0,1 0 0,0 1 0,1-2 0,12 17 0,-10-16 0,-2-3 0,1-1 0,16 17 0,-21-23 0,0 0 0,0-1 0,1 0 0,-1 0 0,1 0 0,-1 0 0,1 0 0,0-1 0,0 0 0,0 1 0,0-1 0,7 0 0,1 0 0,0 0 0,0-1 0,0-1 0,0 0 0,1 0 0,-1-2 0,-1 1 0,1-1 0,0-1 0,-1 0 0,1-1 0,-1 0 0,14-9 0,-19 9 0,0 1 0,-1-1 0,1-1 0,-1 1 0,0-1 0,0 1 0,-1-1 0,0-1 0,0 1 0,0 0 0,-1-1 0,0 0 0,0 0 0,-1 0 0,0 0 0,2-8 0,-2 0 0,0-1 0,0 0 0,-2 0 0,0 0 0,0 0 0,-5-23 0,3 29 0,-1-1 0,0 0 0,-1 0 0,0 1 0,-9-17 0,-33-46 0,17 30 0,22 31 0,0 1 0,-1 1 0,-13-15 0,18 22 0,0 0 0,0 1 0,-1-1 0,1 1 0,0 0 0,-1 0 0,0 0 0,1 0 0,-1 1 0,0-1 0,0 1 0,0 0 0,0 0 0,0 1 0,-6-1 0,-9 0 0,1 2 0,-1 0 0,0 1 0,-36 9 0,35-3-1365,3 0-5461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2.3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24575,'-1'109'0,"2"116"0,15-2 0,-13-193 0,12 62 0,-10-77 0,-5-15 0,0 0 0,0 0 0,0 0 0,0 0 0,0 0 0,0 0 0,0 0 0,0 0 0,0 0 0,1 0 0,-1 0 0,0 0 0,0 0 0,0 0 0,0 0 0,0 0 0,0 0 0,0 0 0,0 0 0,0 0 0,1 0 0,-1 0 0,0 0 0,0 0 0,0 0 0,0 0 0,0 0 0,0 0 0,0 0 0,0 0 0,1 0 0,-1 0 0,0 0 0,0 0 0,0 0 0,0 0 0,0 0 0,0 0 0,0 0 0,0 0 0,0 0 0,0 0 0,0 0 0,0-1 0,1 1 0,-1 0 0,0 0 0,0 0 0,0 0 0,0 0 0,0 0 0,0 0 0,0 0 0,0 0 0,0-1 0,0 1 0,0 0 0,0 0 0,0 0 0,0 0 0,0 0 0,0 0 0,0 0 0,0 0 0,0 0 0,0-1 0,1-6 0,1 0 0,-1 0 0,-1-1 0,0-12 0,1-6 0,1 1 0,7-31 0,-7 46 0,1 0 0,0 0 0,1 0 0,0 0 0,9-16 0,-5 14 0,-1 1 0,2 0 0,-1 0 0,2 1 0,18-17 0,-23 24 0,-1 0 0,0 0 0,1 0 0,0 0 0,-1 1 0,1 0 0,0 0 0,0 0 0,1 0 0,-1 1 0,0 0 0,0 0 0,1 1 0,-1-1 0,0 1 0,1 0 0,-1 1 0,7 0 0,-10 0 0,1 0 0,0 0 0,-1 0 0,1 0 0,-1 0 0,0 1 0,1-1 0,-1 1 0,0 0 0,0-1 0,0 1 0,0 0 0,0 0 0,3 5 0,1 2 0,0 1 0,6 13 0,-9-16 0,6 12 0,-1 0 0,10 40 0,4 43 0,-19-72 0,-2-22 0,0 0 0,0 0 0,3 12 0,1-14-1365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3.4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24575,'0'323'0,"0"-732"0,0 405 0,0-1 0,0 1 0,1-1 0,-1 1 0,1-1 0,1-4 0,-1 8 0,-1 0 0,1 0 0,-1 0 0,1 0 0,0 0 0,-1 0 0,1 0 0,0 0 0,0 0 0,0 0 0,0 0 0,0 0 0,0 0 0,0 1 0,0-1 0,0 0 0,0 1 0,0-1 0,0 1 0,1-1 0,-1 1 0,0 0 0,0-1 0,0 1 0,1 0 0,1 0 0,0 0 0,0 0 0,1 0 0,-1 1 0,1-1 0,-1 1 0,0 0 0,0 0 0,1 0 0,-1 0 0,6 4 0,2 2 0,16 12 0,-25-18 0,18 15 0,-1 1 0,0 1 0,-1 0 0,17 24 0,-24-26 0,0 0 0,0 0 0,-2 1 0,0 0 0,-1 1 0,6 21 0,-10-25 0,-2 0 0,1 0 0,-2 0 0,0 0 0,-2 26 0,1-38 0,0-4 0,-1-7 0,0-17 0,3-9 0,1-1 0,1 1 0,3 0 0,0 0 0,18-47 0,-22 73 0,1 1 0,0 0 0,0 0 0,1 0 0,0 1 0,9-11 0,-11 15 0,0-1 0,1 1 0,-1-1 0,1 1 0,0 0 0,0 1 0,0-1 0,1 1 0,-1-1 0,1 1 0,-1 0 0,1 1 0,6-2 0,-8 3 0,-1-1 0,1 1 0,0 1 0,0-1 0,0 0 0,-1 1 0,1-1 0,0 1 0,0 0 0,-1 0 0,1 0 0,-1 0 0,1 0 0,-1 1 0,3 1 0,1 1 0,-1 0 0,0 0 0,0 1 0,0 0 0,5 6 0,5 10 0,-1 1 0,0 0 0,-2 0 0,-1 1 0,-1 1 0,10 30 0,-9-15 0,-2 0 0,-2 0 0,4 53 0,-10-76 0,-1-16-24,0 0-1,0 0 1,0 1 0,0-1-1,0 0 1,0 0 0,0 0-1,0 0 1,0 0-1,1 0 1,-1 0 0,0 0-1,0 0 1,0 0 0,0 0-1,0 1 1,0-1-1,0 0 1,0 0 0,0 0-1,0 0 1,0 0 0,0 0-1,0 0 1,-1 0-1,1 0 1,0 0 0,0 0-1,0 1 1,0-1-1,0 0 1,0 0 0,0 0-1,0 0 1,0 0 0,0 0-1,0 0 1,0 0-1,0 0 1,0 0 0,0 0-1,0 0 1,0 0 0,-1 0-1,1 0 1,0 0-1,0 0 1,0 0 0,0 0-1,0 0 1,0 0-1,0 0 1,0 0 0,0 0-1,-1 0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5.0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13 486 24575,'0'-1'0,"-1"1"0,1 0 0,-1-1 0,1 1 0,-1 0 0,1-1 0,0 1 0,-1-1 0,1 1 0,0-1 0,-1 1 0,1-1 0,0 1 0,-1-1 0,1 1 0,0-1 0,0 1 0,0-1 0,0 0 0,-1 1 0,1-1 0,0 1 0,0-2 0,0 1 0,-2-9 0,1 0 0,-1-1 0,2 1 0,0 0 0,0 0 0,1-1 0,0 1 0,0 0 0,2 0 0,-1 0 0,1 0 0,0 0 0,9-17 0,89-136 0,-50 84 0,-43 67 0,-3 3 0,0 1 0,1-1 0,0 1 0,10-10 0,-15 17 0,-1 1 0,1-1 0,0 1 0,0-1 0,-1 1 0,1-1 0,0 1 0,0-1 0,0 1 0,0 0 0,-1-1 0,1 1 0,0 0 0,0 0 0,0-1 0,1 1 0,-1 0 0,-1 0 0,1 1 0,-1-1 0,1 0 0,0 0 0,-1 0 0,1 1 0,-1-1 0,1 0 0,-1 1 0,1-1 0,-1 0 0,1 1 0,-1-1 0,1 1 0,-1-1 0,0 1 0,1 0 0,1 2 0,-1 0 0,1 1 0,-1-1 0,0 0 0,0 1 0,0-1 0,0 5 0,3 26 0,-2-1 0,-3 45 0,0-42 0,-7 143 0,0 64 0,8-225-1365,0-1-5461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5.9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49 564 24575,'-1'3'0,"-1"-1"0,1 0 0,-1 0 0,0 1 0,-2 1 0,-7 9 0,7-6 0,0 1 0,1 1 0,0-1 0,0 0 0,1 1 0,0-1 0,0 1 0,1 0 0,0-1 0,1 1 0,0 0 0,0 0 0,1 0 0,0-1 0,4 16 0,-4-21 0,0 0 0,0 1 0,0-1 0,1-1 0,0 1 0,-1 0 0,1 0 0,0 0 0,0-1 0,1 1 0,-1-1 0,0 0 0,1 0 0,-1 0 0,1 0 0,0 0 0,0 0 0,0-1 0,4 3 0,1-2 0,0 0 0,0 0 0,0 0 0,0-1 0,0-1 0,16 0 0,-1 0 0,0-1 0,0-1 0,33-8 0,-43 6 0,0 1 0,-1-2 0,0 0 0,1 0 0,-2-1 0,1-1 0,16-12 0,-14 8 0,-1 0 0,-1 0 0,0-2 0,-1 1 0,0-2 0,-1 1 0,0-1 0,-1-1 0,-1 0 0,0 0 0,-1-1 0,-1 0 0,0 0 0,-1 0 0,-1-1 0,0 1 0,1-34 0,-3 17 0,-3 0 0,0 1 0,-2-1 0,-2 1 0,0 0 0,-3 0 0,-12-35 0,14 52 0,0-1 0,-1 1 0,-13-18 0,16 26 0,-1 0 0,0 0 0,-1 0 0,1 1 0,-1 0 0,0 1 0,-1-1 0,-9-5 0,13 9 0,1 1 0,-1-1 0,0 1 0,1 0 0,-1 0 0,0 1 0,0-1 0,0 1 0,0-1 0,0 1 0,0 0 0,-5 0 0,4 1 0,0 0 0,-1 0 0,1 0 0,0 0 0,0 1 0,0-1 0,-7 5 0,0 1 0,1 0 0,1 1 0,-1 0 0,1 1 0,-9 10 0,-7 13 0,-41 68 0,65-99 0,-7 13-273,0 0 0,1 0 0,0 1 0,-4 16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6.8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24575,'0'851'0,"0"-860"0,5-18 0,-1-2 0,3-40 0,27-165 0,-30 216 0,2 0 0,8-20 0,-13 36 0,-1 0 0,1 1 0,1-1 0,-1 0 0,0 1 0,0-1 0,1 1 0,-1-1 0,0 1 0,1-1 0,0 1 0,-1 0 0,1 0 0,0 0 0,-1 0 0,1 0 0,0 0 0,0 0 0,0 1 0,0-1 0,0 1 0,0-1 0,0 1 0,0 0 0,0 0 0,0 0 0,0 0 0,0 0 0,0 0 0,0 1 0,3 0 0,-1 0 0,0 0 0,0 0 0,-1 1 0,1-1 0,-1 1 0,1 0 0,-1 0 0,1 0 0,-1 0 0,0 0 0,0 1 0,0 0 0,-1-1 0,1 1 0,4 6 0,0 5 57,-1-1 0,0 1 0,0 0 0,-2 1 0,6 28 0,-5-12-911,1 57 1,-6-67-5973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06:08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12 205 24575,'-9'257'0,"7"-249"0,1-18 0,1-26 0,8-56 0,14-37 0,-15 98 0,12-34 0,-15 54 0,0 0 0,1 0 0,0 1 0,1-1 0,0 2 0,11-15 0,-15 23 0,0-1 0,0 0 0,-1 0 0,1 1 0,0-1 0,0 1 0,0 0 0,0 0 0,1 0 0,-1 0 0,0 0 0,1 0 0,-1 0 0,0 1 0,1-1 0,-1 1 0,0-1 0,1 1 0,-1 0 0,1 0 0,-1 0 0,1 1 0,-1-1 0,1 1 0,-1-1 0,0 1 0,1 0 0,-1-1 0,3 3 0,0-1 0,0 1 0,-1 0 0,1 0 0,-1 0 0,1 1 0,-1-1 0,0 1 0,0 0 0,-1 0 0,1 1 0,5 8 0,-2 1 0,-1 0 0,0 0 0,-2 0 0,1 0 0,-2 1 0,1 0 0,0 15 0,1 106 0,-6-116 0,-4 34 0,2-41 0,3-13 0,0 0 0,0 0 0,0 0 0,0 0 0,0 0 0,-1 0 0,1 0 0,0 1 0,0-1 0,0 0 0,0 0 0,0 0 0,0 0 0,0 0 0,0 0 0,0 0 0,0 0 0,0 0 0,0 0 0,0 0 0,0 0 0,0 1 0,0-1 0,-1 0 0,1 0 0,0 0 0,0 0 0,0 0 0,0 0 0,0 0 0,0 0 0,0 0 0,0 0 0,0 0 0,0 0 0,-1 0 0,1 0 0,0 0 0,0 0 0,0 0 0,0 0 0,0 0 0,0 0 0,0 0 0,0 0 0,0 0 0,0 0 0,-1 0 0,1-1 0,0 1 0,0 0 0,0 0 0,0 0 0,0 0 0,0 0 0,0 0 0,0 0 0,0 0 0,0 0 0,0 0 0,0 0 0,0 0 0,0-1 0,-2-2 0,1 0 0,0-1 0,0 0 0,0 1 0,1-1 0,-1-6 0,0 1 0,0 3 0,-5-40 0,1 1 0,3-56 0,3 92 0,0 1 0,0-1 0,1 1 0,0-1 0,1 1 0,0 0 0,7-14 0,-8 18 0,0 0 0,0 1 0,1-1 0,-1 0 0,1 1 0,0 0 0,0-1 0,1 1 0,-1 1 0,1-1 0,-1 0 0,1 1 0,0 0 0,0-1 0,0 2 0,8-4 0,-10 5 0,0-1 0,0 1 0,1 0 0,-1-1 0,0 1 0,1 1 0,-1-1 0,0 0 0,0 0 0,1 1 0,-1-1 0,4 2 0,-3 0 0,1 0 0,0 0 0,-1 0 0,0 0 0,1 0 0,4 6 0,-1-1 0,0 1 0,-1 0 0,1 0 0,8 18 0,-7-10 0,-1 0 0,-1 0 0,0 0 0,3 22 0,-4-7-159,-2-1 0,-1 0 1,-3 42-1,0-53-571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3:50.2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24575,'2'0'0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088E23-6B0B-4308-A2C3-03BB04CE1B56}" type="datetimeFigureOut">
              <a:rPr lang="en-US" smtClean="0"/>
              <a:t>3/28/2026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4FB04C-44F8-4F5F-80E8-63EAE06CAE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979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4FB04C-44F8-4F5F-80E8-63EAE06CAE5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781419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4FB04C-44F8-4F5F-80E8-63EAE06CAE5F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03024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2854F-A0FB-41C4-5CF4-42328229E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81B6C3-6256-434B-75FB-B0D32DDD8D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3DC1A1-7263-27E5-43F1-E51A90FAB3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8D2C29-478D-7E1C-B0F7-495AF9CF24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84FB04C-44F8-4F5F-80E8-63EAE06CAE5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9829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EB2E6-BD5D-13E0-5786-39E433F6C5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D11C7-A746-82B4-4AB5-3EA0FB4670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CA972-D17E-3B6F-1D51-C35B00BE9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E3DE4-4558-4141-B74D-6A52FA8EEA94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2BE2F8-DA5B-4B9A-E9B0-F3C753488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45DE63-53EC-B8CC-763A-02854576DC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4778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0918F-D231-E75D-CCF3-5D5D5632AD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19E93B-DD11-5B3B-8187-78849F37D2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AF4586-AE70-F9F5-323B-1987A45758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A44C5-FF49-4031-A1FF-6DFDFE7830D3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5EF259-2396-A321-252E-E478E375B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080A67-4314-937B-9C2B-829A7CD60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3598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AFE7CD-4213-BB3A-D14E-B9862F324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231681-1F53-EE8C-0E17-10CC96BD74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37004-AE89-2428-F52F-1AAD58D20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E34FD0-DA0A-4E51-AB0D-D3233A87CBD8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F4247-A47E-799D-4C25-C7AA3E18F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75364-8C20-5586-2F0F-57FC256370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129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23E55F-64B2-14EB-7C80-F7EF92B4C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2C80D-DCD4-0711-9A9E-8B3A86B4262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32CCF5-D60A-CD5B-985D-3A8AE50FBF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D5955F-E218-2519-51D9-005D953D6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0C87B6-217B-4969-98BC-36956AB1925F}" type="datetime1">
              <a:rPr lang="vi-VN" smtClean="0"/>
              <a:t>28/03/2026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5A69ED-EBA8-4EC6-046A-26AE47615C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BD2393-C611-219E-4605-9DB09FEC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9050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3F535-E8E8-AF0C-641A-BBAAB3E93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F38191-C1C8-B3D8-97F4-2B9D1B69C0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C8D825A-8DE0-6C36-3DCA-25AA60E64D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1DCD042-1DD0-A01B-48F3-670BDC8F08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ACBE8B-B8A3-4665-2FB5-29C13FD969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8627CCF-C471-7BDE-5C07-C184CAAB85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827AD8-3334-479F-BAFA-A093B7532044}" type="datetime1">
              <a:rPr lang="vi-VN" smtClean="0"/>
              <a:t>28/03/2026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4E8CF16-7D61-EE97-9186-038CF658B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9E05CC3-4FD9-0F9F-0FE2-87ECCF417A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2660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AF0AF-2C2E-0DAA-522F-8A539CCE9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72B538C-89A1-F98D-3388-2A1755D85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C1144F-119F-42B1-90B9-57F184726D5C}" type="datetime1">
              <a:rPr lang="vi-VN" smtClean="0"/>
              <a:t>28/03/2026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A4F89BC-47F7-71BF-9232-D11D26B2A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6EFBD2-02C8-DC47-1BF8-B404A6BBD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89524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159863-67E9-1674-4846-80F115A66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3B766EB-A638-4BA2-8AA5-F8D750AF9EFD}" type="datetime1">
              <a:rPr lang="vi-VN" smtClean="0"/>
              <a:t>28/03/2026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CCA1BF-C6B6-DB23-5087-BBC7C4E143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63053A-A097-93E5-A5E5-3DF8CF036C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5398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01F4CD-C297-7FD1-0FE9-D85723E56F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98000F-23EC-65D6-32DC-D1E191B5F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965AE5-99B9-1B17-FABA-770749E5D7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81C15E-DE0C-FD9B-E15A-482CE0541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B80C8-AF9F-42FE-8BBF-AE337B24C20C}" type="datetime1">
              <a:rPr lang="vi-VN" smtClean="0"/>
              <a:t>28/03/2026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AB02996-E96C-C5E4-D19B-1F0F5D7FD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7A0FC0-6E1F-2E13-73A1-63B058261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381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BCAD24-69EC-F12C-A5DF-84B8CE893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2E3175E-9853-B3A6-EA4A-8EF8D227EA7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C67461-75E1-1949-4F15-2D91584392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E3B741-D5D3-AA1E-4858-3EB1D044D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FB7A8E-4CC3-4EA2-83B4-94BF9DE947DC}" type="datetime1">
              <a:rPr lang="vi-VN" smtClean="0"/>
              <a:t>28/03/2026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0527A8-4302-C04E-311B-A201A755A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E9957D-F73E-5F29-20DF-ABB2D5BF9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18385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AD26E-FFD9-94B5-0B3A-80DC2631E2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325239B-97A4-471A-623E-38CB9FE507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2EB5FB-F1AD-5035-5DC0-9CBAD99AF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C8EEFA-0D90-436A-8E91-93EB85AB11E1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D5091A-BC54-9260-E7A0-FA9133F6C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AF48B0-D72E-5AFE-9466-9281ED3C4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1514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DD64D7-8A73-13E7-054D-76BDDEC3D7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F4048B5-AE68-32A5-9E40-D416CF455F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1CA149-7469-2E94-44E6-F705180AF7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F3AB03-5943-43D8-B1AE-1E2B0A36C8D8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6F7038-9A47-B2A7-0AB8-ACC1064B17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155774-D2AB-316B-1CD2-50033879A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94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0F2AAFE-EA9A-041B-FAE4-DF79E14411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3FD2E9-C2C6-B3CC-D4D6-0C181864E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5706E6-C815-FA0C-56F1-DEABCE0DC39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7E318E-09DA-4019-A23C-446898E6BFD2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5B575A-E704-ED3A-3137-E12C0CC5CD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60679-4C76-BC01-F47B-711E4888E0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465823-24DD-4389-90AD-EB96B0370D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632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customXml" Target="../ink/ink3.xml"/><Relationship Id="rId13" Type="http://schemas.openxmlformats.org/officeDocument/2006/relationships/image" Target="../media/image9.png"/><Relationship Id="rId18" Type="http://schemas.openxmlformats.org/officeDocument/2006/relationships/customXml" Target="../ink/ink8.xml"/><Relationship Id="rId3" Type="http://schemas.openxmlformats.org/officeDocument/2006/relationships/image" Target="../media/image4.png"/><Relationship Id="rId21" Type="http://schemas.openxmlformats.org/officeDocument/2006/relationships/image" Target="../media/image13.png"/><Relationship Id="rId7" Type="http://schemas.openxmlformats.org/officeDocument/2006/relationships/image" Target="../media/image6.png"/><Relationship Id="rId12" Type="http://schemas.openxmlformats.org/officeDocument/2006/relationships/customXml" Target="../ink/ink5.xml"/><Relationship Id="rId17" Type="http://schemas.openxmlformats.org/officeDocument/2006/relationships/image" Target="../media/image11.png"/><Relationship Id="rId25" Type="http://schemas.openxmlformats.org/officeDocument/2006/relationships/image" Target="../media/image15.png"/><Relationship Id="rId2" Type="http://schemas.openxmlformats.org/officeDocument/2006/relationships/image" Target="../media/image3.png"/><Relationship Id="rId16" Type="http://schemas.openxmlformats.org/officeDocument/2006/relationships/customXml" Target="../ink/ink7.xml"/><Relationship Id="rId20" Type="http://schemas.openxmlformats.org/officeDocument/2006/relationships/customXml" Target="../ink/ink9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.xml"/><Relationship Id="rId11" Type="http://schemas.openxmlformats.org/officeDocument/2006/relationships/image" Target="../media/image8.png"/><Relationship Id="rId24" Type="http://schemas.openxmlformats.org/officeDocument/2006/relationships/customXml" Target="../ink/ink11.xml"/><Relationship Id="rId5" Type="http://schemas.openxmlformats.org/officeDocument/2006/relationships/image" Target="../media/image5.png"/><Relationship Id="rId15" Type="http://schemas.openxmlformats.org/officeDocument/2006/relationships/image" Target="../media/image10.png"/><Relationship Id="rId23" Type="http://schemas.openxmlformats.org/officeDocument/2006/relationships/image" Target="../media/image14.png"/><Relationship Id="rId10" Type="http://schemas.openxmlformats.org/officeDocument/2006/relationships/customXml" Target="../ink/ink4.xml"/><Relationship Id="rId19" Type="http://schemas.openxmlformats.org/officeDocument/2006/relationships/image" Target="../media/image12.png"/><Relationship Id="rId4" Type="http://schemas.openxmlformats.org/officeDocument/2006/relationships/customXml" Target="../ink/ink1.xml"/><Relationship Id="rId9" Type="http://schemas.openxmlformats.org/officeDocument/2006/relationships/image" Target="../media/image7.png"/><Relationship Id="rId14" Type="http://schemas.openxmlformats.org/officeDocument/2006/relationships/customXml" Target="../ink/ink6.xml"/><Relationship Id="rId22" Type="http://schemas.openxmlformats.org/officeDocument/2006/relationships/customXml" Target="../ink/ink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hyperlink" Target="https://github.com/users/vtmkhoi/projects/1/views/1?pane=issue&amp;itemId=168317257&amp;issue=vtmkhoi%7CMuscular-Atrophy-Measurement-System%7C12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88C130-FAB7-3278-D1B1-D087BA9E30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2880711"/>
            <a:ext cx="9144000" cy="690116"/>
          </a:xfrm>
        </p:spPr>
        <p:txBody>
          <a:bodyPr>
            <a:noAutofit/>
          </a:bodyPr>
          <a:lstStyle/>
          <a:p>
            <a:r>
              <a:rPr lang="vi-VN" sz="2800" dirty="0">
                <a:latin typeface="Aptos Display (Headings)"/>
              </a:rPr>
              <a:t>BÁO CÁO TIẾN ĐỘ</a:t>
            </a:r>
            <a:endParaRPr lang="en-US" sz="2800" dirty="0">
              <a:latin typeface="Aptos Display (Headings)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F124DD-8F22-02F5-68D9-ED3B997536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17047" y="4469346"/>
            <a:ext cx="4192438" cy="1048709"/>
          </a:xfrm>
        </p:spPr>
        <p:txBody>
          <a:bodyPr>
            <a:normAutofit/>
          </a:bodyPr>
          <a:lstStyle/>
          <a:p>
            <a:pPr algn="l"/>
            <a:r>
              <a:rPr lang="vi-VN" sz="1400" dirty="0"/>
              <a:t>CBHD: PGS. TS. Nguyễn Văn Hiếu</a:t>
            </a:r>
          </a:p>
          <a:p>
            <a:pPr algn="l"/>
            <a:r>
              <a:rPr lang="vi-VN" sz="1400" dirty="0"/>
              <a:t>            TS. Phan Thiện Luân</a:t>
            </a:r>
          </a:p>
          <a:p>
            <a:pPr algn="l"/>
            <a:r>
              <a:rPr lang="vi-VN" sz="1400" dirty="0"/>
              <a:t>HVCH: Võ Tấn Minh Khôi</a:t>
            </a:r>
            <a:endParaRPr lang="en-US" sz="1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87AD12-38A5-8BAD-956A-7D410826418C}"/>
              </a:ext>
            </a:extLst>
          </p:cNvPr>
          <p:cNvSpPr txBox="1"/>
          <p:nvPr/>
        </p:nvSpPr>
        <p:spPr>
          <a:xfrm>
            <a:off x="2940170" y="287251"/>
            <a:ext cx="631166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400" dirty="0">
                <a:latin typeface="Aptos Display (Headings)"/>
              </a:rPr>
              <a:t>ĐẠI HỌC QUỐC GIA THÀNH PHỐ HỒ CHÍ MINH</a:t>
            </a:r>
          </a:p>
          <a:p>
            <a:pPr algn="ctr"/>
            <a:r>
              <a:rPr lang="vi-VN" sz="2400" dirty="0">
                <a:latin typeface="Aptos Display (Headings)"/>
              </a:rPr>
              <a:t>ĐẠI HỌC KHOA HỌC TỰ NHIÊN</a:t>
            </a:r>
            <a:endParaRPr lang="en-US" sz="2400" dirty="0">
              <a:latin typeface="Aptos Display (Headings)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DDAA7A7-5232-9FFD-2BF9-6D382EBE4D7A}"/>
              </a:ext>
            </a:extLst>
          </p:cNvPr>
          <p:cNvSpPr txBox="1"/>
          <p:nvPr/>
        </p:nvSpPr>
        <p:spPr>
          <a:xfrm>
            <a:off x="4474952" y="1057727"/>
            <a:ext cx="324209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000" dirty="0"/>
              <a:t>Khoa Điện tử - Viễn thông</a:t>
            </a:r>
            <a:endParaRPr lang="en-US" sz="2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DAC0004-C9AB-6AFF-5EB0-5F9143B688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27" y="121728"/>
            <a:ext cx="1630722" cy="13361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B2C567-3450-0FBF-FC88-51C51BD26D7E}"/>
              </a:ext>
            </a:extLst>
          </p:cNvPr>
          <p:cNvSpPr txBox="1"/>
          <p:nvPr/>
        </p:nvSpPr>
        <p:spPr>
          <a:xfrm>
            <a:off x="4646761" y="6280030"/>
            <a:ext cx="2898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dirty="0"/>
              <a:t>TP. HỒ CHÍ MINH, 2026</a:t>
            </a:r>
          </a:p>
        </p:txBody>
      </p:sp>
    </p:spTree>
    <p:extLst>
      <p:ext uri="{BB962C8B-B14F-4D97-AF65-F5344CB8AC3E}">
        <p14:creationId xmlns:p14="http://schemas.microsoft.com/office/powerpoint/2010/main" val="39444626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5BCAFD-BA78-A197-FD81-61D1EC1678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Aptos Display (Headings)"/>
              </a:rPr>
              <a:t>Tiến độ</a:t>
            </a:r>
            <a:endParaRPr lang="en-US" dirty="0">
              <a:latin typeface="Aptos Display (Headings)"/>
            </a:endParaRP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145C47CD-5161-7A21-7F58-187AFAE951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8362" y="1269124"/>
            <a:ext cx="10275277" cy="526978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E0F019-42BD-1DE5-DF93-F449AEE1F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A44C5-FF49-4031-A1FF-6DFDFE7830D3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EAB6AE-603A-1F57-4602-FD08908A6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5828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027DC-EDC0-9CF8-ABD0-8F060CB47C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024F5-E64C-2F11-6DF2-DFE075B40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Aptos Display (Headings)"/>
              </a:rPr>
              <a:t>Tiến độ</a:t>
            </a:r>
            <a:endParaRPr lang="en-US" dirty="0">
              <a:latin typeface="Aptos Display (Headings)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95B9EA-9F67-B533-4101-C11C73B461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A44C5-FF49-4031-A1FF-6DFDFE7830D3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5B4C1D-9AFD-8D8B-7B9A-8F895E380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3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046EAE9-E2CF-DDFF-C359-683BFFF812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343016" y="1396902"/>
            <a:ext cx="11822929" cy="428474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E18EC18-1E5E-AA7B-F271-A147A86C43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5497" y="42204"/>
            <a:ext cx="6685909" cy="615014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DABCA7AF-6723-2C7D-9066-C596DBE2BDAC}"/>
                  </a:ext>
                </a:extLst>
              </p14:cNvPr>
              <p14:cNvContentPartPr/>
              <p14:nvPr/>
            </p14:nvContentPartPr>
            <p14:xfrm>
              <a:off x="10274773" y="1735487"/>
              <a:ext cx="447480" cy="766080"/>
            </p14:xfrm>
          </p:contentPart>
        </mc:Choice>
        <mc:Fallback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DABCA7AF-6723-2C7D-9066-C596DBE2BDA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0211773" y="1672847"/>
                <a:ext cx="573120" cy="89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8C83603A-FE42-D96B-E79F-8754A05C4C20}"/>
                  </a:ext>
                </a:extLst>
              </p14:cNvPr>
              <p14:cNvContentPartPr/>
              <p14:nvPr/>
            </p14:nvContentPartPr>
            <p14:xfrm>
              <a:off x="10381693" y="3975047"/>
              <a:ext cx="210960" cy="38808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8C83603A-FE42-D96B-E79F-8754A05C4C2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10318693" y="3912047"/>
                <a:ext cx="336600" cy="513720"/>
              </a:xfrm>
              <a:prstGeom prst="rect">
                <a:avLst/>
              </a:prstGeom>
            </p:spPr>
          </p:pic>
        </mc:Fallback>
      </mc:AlternateContent>
      <p:grpSp>
        <p:nvGrpSpPr>
          <p:cNvPr id="14" name="Group 13">
            <a:extLst>
              <a:ext uri="{FF2B5EF4-FFF2-40B4-BE49-F238E27FC236}">
                <a16:creationId xmlns:a16="http://schemas.microsoft.com/office/drawing/2014/main" id="{F8F33CF3-BAFC-E7A6-C5C7-2EA9469B5223}"/>
              </a:ext>
            </a:extLst>
          </p:cNvPr>
          <p:cNvGrpSpPr/>
          <p:nvPr/>
        </p:nvGrpSpPr>
        <p:grpSpPr>
          <a:xfrm>
            <a:off x="10955893" y="1794887"/>
            <a:ext cx="995760" cy="330480"/>
            <a:chOff x="10955893" y="1794887"/>
            <a:chExt cx="995760" cy="330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8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BE72EBC-F190-D234-281D-AC1D1FB28F06}"/>
                    </a:ext>
                  </a:extLst>
                </p14:cNvPr>
                <p14:cNvContentPartPr/>
                <p14:nvPr/>
              </p14:nvContentPartPr>
              <p14:xfrm>
                <a:off x="10955893" y="1860047"/>
                <a:ext cx="81360" cy="265320"/>
              </p14:xfrm>
            </p:contentPart>
          </mc:Choice>
          <mc:Fallback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BE72EBC-F190-D234-281D-AC1D1FB28F0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0937893" y="1842407"/>
                  <a:ext cx="11700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287171E-06E2-8CD6-8E90-55B0960D0298}"/>
                    </a:ext>
                  </a:extLst>
                </p14:cNvPr>
                <p14:cNvContentPartPr/>
                <p14:nvPr/>
              </p14:nvContentPartPr>
              <p14:xfrm>
                <a:off x="11167573" y="1844567"/>
                <a:ext cx="161640" cy="205920"/>
              </p14:xfrm>
            </p:contentPart>
          </mc:Choice>
          <mc:Fallback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287171E-06E2-8CD6-8E90-55B0960D0298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1149573" y="1826567"/>
                  <a:ext cx="19728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054F2F8-89B7-F617-6D3B-6F29284D6F50}"/>
                    </a:ext>
                  </a:extLst>
                </p14:cNvPr>
                <p14:cNvContentPartPr/>
                <p14:nvPr/>
              </p14:nvContentPartPr>
              <p14:xfrm>
                <a:off x="11438293" y="1794887"/>
                <a:ext cx="143280" cy="254160"/>
              </p14:xfrm>
            </p:contentPart>
          </mc:Choice>
          <mc:Fallback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054F2F8-89B7-F617-6D3B-6F29284D6F50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1420293" y="1776887"/>
                  <a:ext cx="178920" cy="28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2151B651-9AD4-E33D-93A8-EB4D457A8509}"/>
                    </a:ext>
                  </a:extLst>
                </p14:cNvPr>
                <p14:cNvContentPartPr/>
                <p14:nvPr/>
              </p14:nvContentPartPr>
              <p14:xfrm>
                <a:off x="11709013" y="1845287"/>
                <a:ext cx="242640" cy="167400"/>
              </p14:xfrm>
            </p:contentPart>
          </mc:Choice>
          <mc:Fallback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2151B651-9AD4-E33D-93A8-EB4D457A8509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1691373" y="1827647"/>
                  <a:ext cx="278280" cy="20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0389C47-2DF7-4E50-AC89-03E2218326CB}"/>
              </a:ext>
            </a:extLst>
          </p:cNvPr>
          <p:cNvGrpSpPr/>
          <p:nvPr/>
        </p:nvGrpSpPr>
        <p:grpSpPr>
          <a:xfrm>
            <a:off x="11332093" y="3831047"/>
            <a:ext cx="860760" cy="532080"/>
            <a:chOff x="11332093" y="3831047"/>
            <a:chExt cx="860760" cy="5320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16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CA2E82-2959-9DD2-9417-6F11BE5ABE62}"/>
                    </a:ext>
                  </a:extLst>
                </p14:cNvPr>
                <p14:cNvContentPartPr/>
                <p14:nvPr/>
              </p14:nvContentPartPr>
              <p14:xfrm>
                <a:off x="11332093" y="4016087"/>
                <a:ext cx="95760" cy="243720"/>
              </p14:xfrm>
            </p:contentPart>
          </mc:Choice>
          <mc:Fallback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CA2E82-2959-9DD2-9417-6F11BE5ABE62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1314453" y="3998087"/>
                  <a:ext cx="131400" cy="27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18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C4F3452-3EFC-C8BB-483A-54308F4A61CB}"/>
                    </a:ext>
                  </a:extLst>
                </p14:cNvPr>
                <p14:cNvContentPartPr/>
                <p14:nvPr/>
              </p14:nvContentPartPr>
              <p14:xfrm>
                <a:off x="11636653" y="3886127"/>
                <a:ext cx="187920" cy="289800"/>
              </p14:xfrm>
            </p:contentPart>
          </mc:Choice>
          <mc:Fallback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C4F3452-3EFC-C8BB-483A-54308F4A61C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1619013" y="3868487"/>
                  <a:ext cx="223560" cy="32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52CF8459-8CB6-B095-3F2F-BECCA85C1504}"/>
                    </a:ext>
                  </a:extLst>
                </p14:cNvPr>
                <p14:cNvContentPartPr/>
                <p14:nvPr/>
              </p14:nvContentPartPr>
              <p14:xfrm>
                <a:off x="11980093" y="3831047"/>
                <a:ext cx="85680" cy="307080"/>
              </p14:xfrm>
            </p:contentPart>
          </mc:Choice>
          <mc:Fallback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52CF8459-8CB6-B095-3F2F-BECCA85C1504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1962453" y="3813407"/>
                  <a:ext cx="121320" cy="34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243751C-6893-88C1-33AC-148358F0C989}"/>
                    </a:ext>
                  </a:extLst>
                </p14:cNvPr>
                <p14:cNvContentPartPr/>
                <p14:nvPr/>
              </p14:nvContentPartPr>
              <p14:xfrm>
                <a:off x="12022573" y="4193567"/>
                <a:ext cx="170280" cy="169560"/>
              </p14:xfrm>
            </p:contentPart>
          </mc:Choice>
          <mc:Fallback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243751C-6893-88C1-33AC-148358F0C989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2004573" y="4175567"/>
                  <a:ext cx="205920" cy="20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>
        <mc:Choice xmlns:p14="http://schemas.microsoft.com/office/powerpoint/2010/main" Requires="p14">
          <p:contentPart p14:bwMode="auto" r:id="rId24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927E7234-FB57-C1B2-7CC1-00C133A1E295}"/>
                  </a:ext>
                </a:extLst>
              </p14:cNvPr>
              <p14:cNvContentPartPr/>
              <p14:nvPr/>
            </p14:nvContentPartPr>
            <p14:xfrm>
              <a:off x="-1041467" y="2971367"/>
              <a:ext cx="1080" cy="360"/>
            </p14:xfrm>
          </p:contentPart>
        </mc:Choice>
        <mc:Fallback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927E7234-FB57-C1B2-7CC1-00C133A1E29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-1059467" y="2953727"/>
                <a:ext cx="36720" cy="360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6534257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39EBB-4808-8850-16E9-CF11D3C4A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EC915-15D7-AD58-C133-00AE982C69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Aptos Display (Headings)"/>
              </a:rPr>
              <a:t>Tiến độ</a:t>
            </a:r>
            <a:endParaRPr lang="en-US" dirty="0">
              <a:latin typeface="Aptos Display (Headings)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09458AB-8073-F655-4989-9030C05611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A44C5-FF49-4031-A1FF-6DFDFE7830D3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C28F50-BCB7-084E-B0BE-C472A7C7D6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4</a:t>
            </a:fld>
            <a:endParaRPr lang="en-US"/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7663A0AE-6559-AFC0-0285-39714AD36D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936673" y="1571113"/>
            <a:ext cx="4913793" cy="447898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916E767-D3CF-A188-28CF-DC4CAE81A1B2}"/>
              </a:ext>
            </a:extLst>
          </p:cNvPr>
          <p:cNvSpPr txBox="1"/>
          <p:nvPr/>
        </p:nvSpPr>
        <p:spPr>
          <a:xfrm>
            <a:off x="3474135" y="6356350"/>
            <a:ext cx="50016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Analyze output Sine wave from prototype · MAMS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5CC2488-F8BB-C072-807D-C2A5FC0C78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110" y="1571113"/>
            <a:ext cx="5662232" cy="4478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113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DCD54-95F2-0C30-1010-AADB2D9C3E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59187F-E597-1B19-C14B-EBAA6256A5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Aptos Display (Headings)"/>
              </a:rPr>
              <a:t>Tiến độ</a:t>
            </a:r>
            <a:endParaRPr lang="en-US" dirty="0">
              <a:latin typeface="Aptos Display (Headings)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913E8-C4EB-CC1F-5159-F7ACA22BE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A44C5-FF49-4031-A1FF-6DFDFE7830D3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59B8C4-BC33-A836-F33B-1FBAA205A9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5</a:t>
            </a:fld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7B8094F7-8017-7E58-0304-B9FF0358EB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128911" y="1484847"/>
            <a:ext cx="7934177" cy="48715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37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899B8-67F0-4396-2593-3B6B1654FA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F0682-77BD-04D1-67C8-0B0024352F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vi-VN" dirty="0">
                <a:latin typeface="Aptos Display (Headings)"/>
              </a:rPr>
              <a:t>Kế hoạch</a:t>
            </a:r>
            <a:endParaRPr lang="en-US" dirty="0">
              <a:latin typeface="Aptos Display (Headings)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7E34FE-E93C-33B6-4D05-82B6537F5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DA44C5-FF49-4031-A1FF-6DFDFE7830D3}" type="datetime1">
              <a:rPr lang="vi-VN" smtClean="0"/>
              <a:t>28/03/2026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37B160C-79FD-A1F8-5ECC-6EE62DF9D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465823-24DD-4389-90AD-EB96B0370D37}" type="slidenum">
              <a:rPr lang="en-US" smtClean="0"/>
              <a:t>6</a:t>
            </a:fld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788A93-BF16-8E69-8672-993EDBE3A3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vi-VN" dirty="0"/>
              <a:t>Hoàn thiện Schematic</a:t>
            </a:r>
          </a:p>
          <a:p>
            <a:r>
              <a:rPr lang="vi-VN" dirty="0"/>
              <a:t>Layout PCB</a:t>
            </a:r>
          </a:p>
          <a:p>
            <a:r>
              <a:rPr lang="vi-VN" dirty="0"/>
              <a:t>Mua lại module AD9834 để test waveform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843287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4585</TotalTime>
  <Words>96</Words>
  <Application>Microsoft Office PowerPoint</Application>
  <PresentationFormat>Widescreen</PresentationFormat>
  <Paragraphs>30</Paragraphs>
  <Slides>6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Aptos Display (Headings)</vt:lpstr>
      <vt:lpstr>Arial</vt:lpstr>
      <vt:lpstr>Office Theme</vt:lpstr>
      <vt:lpstr>BÁO CÁO TIẾN ĐỘ</vt:lpstr>
      <vt:lpstr>Tiến độ</vt:lpstr>
      <vt:lpstr>Tiến độ</vt:lpstr>
      <vt:lpstr>Tiến độ</vt:lpstr>
      <vt:lpstr>Tiến độ</vt:lpstr>
      <vt:lpstr>Kế hoạch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 Tan Minh Khoi (MS/EAI12-VM);24C41002@student.hcmus.edu.vn</dc:creator>
  <cp:lastModifiedBy>Minh Khôi Võ Tấn</cp:lastModifiedBy>
  <cp:revision>29</cp:revision>
  <dcterms:created xsi:type="dcterms:W3CDTF">2025-10-30T03:42:52Z</dcterms:created>
  <dcterms:modified xsi:type="dcterms:W3CDTF">2026-03-28T04:14:01Z</dcterms:modified>
</cp:coreProperties>
</file>