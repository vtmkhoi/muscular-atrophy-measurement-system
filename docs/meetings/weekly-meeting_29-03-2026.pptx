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927C888-134C-415F-AD2C-70A9D2704B29}">
          <p14:sldIdLst>
            <p14:sldId id="256"/>
            <p14:sldId id="257"/>
            <p14:sldId id="258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8275EE-B700-D7F4-297E-EB361C7BC9BE}" v="65" dt="2026-01-30T08:09:57.1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85351" autoAdjust="0"/>
  </p:normalViewPr>
  <p:slideViewPr>
    <p:cSldViewPr snapToGrid="0">
      <p:cViewPr varScale="1">
        <p:scale>
          <a:sx n="136" d="100"/>
          <a:sy n="136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Khôi Võ Tấn" userId="df010977c1c328cb" providerId="LiveId" clId="{021737E1-13EE-495B-A898-B29314BB33F8}"/>
    <pc:docChg chg="undo redo custSel addSld delSld modSld modSection">
      <pc:chgData name="Minh Khôi Võ Tấn" userId="df010977c1c328cb" providerId="LiveId" clId="{021737E1-13EE-495B-A898-B29314BB33F8}" dt="2026-01-18T13:05:50.700" v="3178" actId="1582"/>
      <pc:docMkLst>
        <pc:docMk/>
      </pc:docMkLst>
      <pc:sldChg chg="modSp mod">
        <pc:chgData name="Minh Khôi Võ Tấn" userId="df010977c1c328cb" providerId="LiveId" clId="{021737E1-13EE-495B-A898-B29314BB33F8}" dt="2026-01-08T17:37:56.394" v="2887" actId="20577"/>
        <pc:sldMkLst>
          <pc:docMk/>
          <pc:sldMk cId="3944462662" sldId="256"/>
        </pc:sldMkLst>
        <pc:spChg chg="mod">
          <ac:chgData name="Minh Khôi Võ Tấn" userId="df010977c1c328cb" providerId="LiveId" clId="{021737E1-13EE-495B-A898-B29314BB33F8}" dt="2026-01-08T17:37:56.394" v="2887" actId="20577"/>
          <ac:spMkLst>
            <pc:docMk/>
            <pc:sldMk cId="3944462662" sldId="256"/>
            <ac:spMk id="2" creationId="{9788C130-FAB7-3278-D1B1-D087BA9E3038}"/>
          </ac:spMkLst>
        </pc:spChg>
      </pc:sldChg>
      <pc:sldChg chg="addSp delSp modSp mod">
        <pc:chgData name="Minh Khôi Võ Tấn" userId="df010977c1c328cb" providerId="LiveId" clId="{021737E1-13EE-495B-A898-B29314BB33F8}" dt="2026-01-04T12:29:18.302" v="2231" actId="1076"/>
        <pc:sldMkLst>
          <pc:docMk/>
          <pc:sldMk cId="1597710949" sldId="258"/>
        </pc:sldMkLst>
        <pc:spChg chg="mod">
          <ac:chgData name="Minh Khôi Võ Tấn" userId="df010977c1c328cb" providerId="LiveId" clId="{021737E1-13EE-495B-A898-B29314BB33F8}" dt="2026-01-04T12:04:47.297" v="1976" actId="20577"/>
          <ac:spMkLst>
            <pc:docMk/>
            <pc:sldMk cId="1597710949" sldId="258"/>
            <ac:spMk id="2" creationId="{8CA08402-3F61-20D8-3D3C-188C78B0E2A1}"/>
          </ac:spMkLst>
        </pc:spChg>
        <pc:spChg chg="add mod">
          <ac:chgData name="Minh Khôi Võ Tấn" userId="df010977c1c328cb" providerId="LiveId" clId="{021737E1-13EE-495B-A898-B29314BB33F8}" dt="2026-01-04T12:28:42.614" v="2223" actId="1076"/>
          <ac:spMkLst>
            <pc:docMk/>
            <pc:sldMk cId="1597710949" sldId="258"/>
            <ac:spMk id="3" creationId="{3FE34BEB-B984-2E5D-5755-977D7B4A304E}"/>
          </ac:spMkLst>
        </pc:spChg>
        <pc:picChg chg="add mod">
          <ac:chgData name="Minh Khôi Võ Tấn" userId="df010977c1c328cb" providerId="LiveId" clId="{021737E1-13EE-495B-A898-B29314BB33F8}" dt="2026-01-04T12:28:56.638" v="2225" actId="1076"/>
          <ac:picMkLst>
            <pc:docMk/>
            <pc:sldMk cId="1597710949" sldId="258"/>
            <ac:picMk id="6" creationId="{B8A01A75-CDE7-2F3D-3B41-406DE2C5570D}"/>
          </ac:picMkLst>
        </pc:picChg>
        <pc:cxnChg chg="add mod">
          <ac:chgData name="Minh Khôi Võ Tấn" userId="df010977c1c328cb" providerId="LiveId" clId="{021737E1-13EE-495B-A898-B29314BB33F8}" dt="2026-01-04T12:29:18.302" v="2231" actId="1076"/>
          <ac:cxnSpMkLst>
            <pc:docMk/>
            <pc:sldMk cId="1597710949" sldId="258"/>
            <ac:cxnSpMk id="12" creationId="{BFA19F96-57AC-D7CF-A84C-581C1DA8D989}"/>
          </ac:cxnSpMkLst>
        </pc:cxnChg>
        <pc:cxnChg chg="add mod">
          <ac:chgData name="Minh Khôi Võ Tấn" userId="df010977c1c328cb" providerId="LiveId" clId="{021737E1-13EE-495B-A898-B29314BB33F8}" dt="2026-01-04T12:29:13.363" v="2230" actId="1076"/>
          <ac:cxnSpMkLst>
            <pc:docMk/>
            <pc:sldMk cId="1597710949" sldId="258"/>
            <ac:cxnSpMk id="13" creationId="{2CAA3354-A7E7-1D93-B3ED-68DA1C3E35BE}"/>
          </ac:cxnSpMkLst>
        </pc:cxnChg>
      </pc:sldChg>
      <pc:sldChg chg="addSp delSp modSp new mod modNotesTx">
        <pc:chgData name="Minh Khôi Võ Tấn" userId="df010977c1c328cb" providerId="LiveId" clId="{021737E1-13EE-495B-A898-B29314BB33F8}" dt="2026-01-18T13:05:50.700" v="3178" actId="1582"/>
        <pc:sldMkLst>
          <pc:docMk/>
          <pc:sldMk cId="3350650080" sldId="259"/>
        </pc:sldMkLst>
        <pc:spChg chg="mod">
          <ac:chgData name="Minh Khôi Võ Tấn" userId="df010977c1c328cb" providerId="LiveId" clId="{021737E1-13EE-495B-A898-B29314BB33F8}" dt="2026-01-04T12:30:04.618" v="2342" actId="20577"/>
          <ac:spMkLst>
            <pc:docMk/>
            <pc:sldMk cId="3350650080" sldId="259"/>
            <ac:spMk id="2" creationId="{FD52A742-864B-E99A-2F1D-36B43CB7A33A}"/>
          </ac:spMkLst>
        </pc:spChg>
        <pc:spChg chg="add mod">
          <ac:chgData name="Minh Khôi Võ Tấn" userId="df010977c1c328cb" providerId="LiveId" clId="{021737E1-13EE-495B-A898-B29314BB33F8}" dt="2026-01-17T11:14:53.352" v="3014" actId="1076"/>
          <ac:spMkLst>
            <pc:docMk/>
            <pc:sldMk cId="3350650080" sldId="259"/>
            <ac:spMk id="7" creationId="{4252A650-7296-CC77-2DA6-E23D047EFA81}"/>
          </ac:spMkLst>
        </pc:spChg>
        <pc:spChg chg="add mod">
          <ac:chgData name="Minh Khôi Võ Tấn" userId="df010977c1c328cb" providerId="LiveId" clId="{021737E1-13EE-495B-A898-B29314BB33F8}" dt="2026-01-18T13:03:29.030" v="3153" actId="404"/>
          <ac:spMkLst>
            <pc:docMk/>
            <pc:sldMk cId="3350650080" sldId="259"/>
            <ac:spMk id="10" creationId="{CAC7B3F9-E06B-0982-126C-CDC88CC0ACC5}"/>
          </ac:spMkLst>
        </pc:spChg>
        <pc:spChg chg="add mod">
          <ac:chgData name="Minh Khôi Võ Tấn" userId="df010977c1c328cb" providerId="LiveId" clId="{021737E1-13EE-495B-A898-B29314BB33F8}" dt="2026-01-17T11:14:59.726" v="3016" actId="1076"/>
          <ac:spMkLst>
            <pc:docMk/>
            <pc:sldMk cId="3350650080" sldId="259"/>
            <ac:spMk id="12" creationId="{584B77D8-5F7F-E09E-F2D1-21730F62571F}"/>
          </ac:spMkLst>
        </pc:spChg>
        <pc:spChg chg="add mod">
          <ac:chgData name="Minh Khôi Võ Tấn" userId="df010977c1c328cb" providerId="LiveId" clId="{021737E1-13EE-495B-A898-B29314BB33F8}" dt="2026-01-18T13:04:20.007" v="3165" actId="1076"/>
          <ac:spMkLst>
            <pc:docMk/>
            <pc:sldMk cId="3350650080" sldId="259"/>
            <ac:spMk id="14" creationId="{C3C72322-7C67-1410-B9C8-D6D01FAC5398}"/>
          </ac:spMkLst>
        </pc:spChg>
        <pc:spChg chg="add mod">
          <ac:chgData name="Minh Khôi Võ Tấn" userId="df010977c1c328cb" providerId="LiveId" clId="{021737E1-13EE-495B-A898-B29314BB33F8}" dt="2026-01-17T11:15:21.454" v="3021" actId="1076"/>
          <ac:spMkLst>
            <pc:docMk/>
            <pc:sldMk cId="3350650080" sldId="259"/>
            <ac:spMk id="15" creationId="{1F9F617B-3D75-D0C9-7A88-43BBAA5D62D9}"/>
          </ac:spMkLst>
        </pc:spChg>
        <pc:spChg chg="add mod">
          <ac:chgData name="Minh Khôi Võ Tấn" userId="df010977c1c328cb" providerId="LiveId" clId="{021737E1-13EE-495B-A898-B29314BB33F8}" dt="2026-01-18T13:04:01.840" v="3161" actId="1076"/>
          <ac:spMkLst>
            <pc:docMk/>
            <pc:sldMk cId="3350650080" sldId="259"/>
            <ac:spMk id="16" creationId="{01A38383-6B5A-4E4A-EBA8-E839180477B4}"/>
          </ac:spMkLst>
        </pc:spChg>
        <pc:spChg chg="mod">
          <ac:chgData name="Minh Khôi Võ Tấn" userId="df010977c1c328cb" providerId="LiveId" clId="{021737E1-13EE-495B-A898-B29314BB33F8}" dt="2026-01-18T13:04:16.713" v="3164" actId="1076"/>
          <ac:spMkLst>
            <pc:docMk/>
            <pc:sldMk cId="3350650080" sldId="259"/>
            <ac:spMk id="17" creationId="{CAF01C07-758E-7BDD-9450-1770DDB861BA}"/>
          </ac:spMkLst>
        </pc:spChg>
        <pc:spChg chg="add mod">
          <ac:chgData name="Minh Khôi Võ Tấn" userId="df010977c1c328cb" providerId="LiveId" clId="{021737E1-13EE-495B-A898-B29314BB33F8}" dt="2026-01-04T12:47:37.371" v="2425" actId="1076"/>
          <ac:spMkLst>
            <pc:docMk/>
            <pc:sldMk cId="3350650080" sldId="259"/>
            <ac:spMk id="19" creationId="{633120C8-955C-C7C4-7F9E-F1E0347BB4A7}"/>
          </ac:spMkLst>
        </pc:spChg>
        <pc:spChg chg="mod">
          <ac:chgData name="Minh Khôi Võ Tấn" userId="df010977c1c328cb" providerId="LiveId" clId="{021737E1-13EE-495B-A898-B29314BB33F8}" dt="2026-01-04T12:47:52.613" v="2428" actId="1076"/>
          <ac:spMkLst>
            <pc:docMk/>
            <pc:sldMk cId="3350650080" sldId="259"/>
            <ac:spMk id="20" creationId="{30E5171B-7D67-5A79-BB61-16E286CA41D3}"/>
          </ac:spMkLst>
        </pc:spChg>
        <pc:spChg chg="mod">
          <ac:chgData name="Minh Khôi Võ Tấn" userId="df010977c1c328cb" providerId="LiveId" clId="{021737E1-13EE-495B-A898-B29314BB33F8}" dt="2026-01-04T12:47:52.613" v="2428" actId="1076"/>
          <ac:spMkLst>
            <pc:docMk/>
            <pc:sldMk cId="3350650080" sldId="259"/>
            <ac:spMk id="21" creationId="{79411552-C1E1-9514-8414-C538B767463D}"/>
          </ac:spMkLst>
        </pc:spChg>
        <pc:spChg chg="add mod">
          <ac:chgData name="Minh Khôi Võ Tấn" userId="df010977c1c328cb" providerId="LiveId" clId="{021737E1-13EE-495B-A898-B29314BB33F8}" dt="2026-01-17T11:17:53.010" v="3130" actId="1076"/>
          <ac:spMkLst>
            <pc:docMk/>
            <pc:sldMk cId="3350650080" sldId="259"/>
            <ac:spMk id="27" creationId="{1F647E94-2332-2EDF-9BE0-AC5703F663B7}"/>
          </ac:spMkLst>
        </pc:spChg>
        <pc:spChg chg="add mod">
          <ac:chgData name="Minh Khôi Võ Tấn" userId="df010977c1c328cb" providerId="LiveId" clId="{021737E1-13EE-495B-A898-B29314BB33F8}" dt="2026-01-18T13:03:05.365" v="3148" actId="1076"/>
          <ac:spMkLst>
            <pc:docMk/>
            <pc:sldMk cId="3350650080" sldId="259"/>
            <ac:spMk id="32" creationId="{56E06A4C-BA5C-A743-E89B-546E3506E9EF}"/>
          </ac:spMkLst>
        </pc:spChg>
        <pc:spChg chg="add mod">
          <ac:chgData name="Minh Khôi Võ Tấn" userId="df010977c1c328cb" providerId="LiveId" clId="{021737E1-13EE-495B-A898-B29314BB33F8}" dt="2026-01-18T13:03:16.838" v="3151" actId="14100"/>
          <ac:spMkLst>
            <pc:docMk/>
            <pc:sldMk cId="3350650080" sldId="259"/>
            <ac:spMk id="33" creationId="{FBBA6943-D7BA-368A-BA6C-37B2235EB328}"/>
          </ac:spMkLst>
        </pc:spChg>
        <pc:spChg chg="add mod">
          <ac:chgData name="Minh Khôi Võ Tấn" userId="df010977c1c328cb" providerId="LiveId" clId="{021737E1-13EE-495B-A898-B29314BB33F8}" dt="2026-01-18T13:03:12.950" v="3150" actId="1076"/>
          <ac:spMkLst>
            <pc:docMk/>
            <pc:sldMk cId="3350650080" sldId="259"/>
            <ac:spMk id="43" creationId="{F9E22DE9-98BE-E4E1-A8F0-5066BDFDE13A}"/>
          </ac:spMkLst>
        </pc:spChg>
        <pc:spChg chg="add mod">
          <ac:chgData name="Minh Khôi Võ Tấn" userId="df010977c1c328cb" providerId="LiveId" clId="{021737E1-13EE-495B-A898-B29314BB33F8}" dt="2026-01-18T13:04:55.292" v="3171" actId="1076"/>
          <ac:spMkLst>
            <pc:docMk/>
            <pc:sldMk cId="3350650080" sldId="259"/>
            <ac:spMk id="47" creationId="{94F04050-940F-6A10-EF99-C8E01DB016A8}"/>
          </ac:spMkLst>
        </pc:spChg>
        <pc:spChg chg="add mod">
          <ac:chgData name="Minh Khôi Võ Tấn" userId="df010977c1c328cb" providerId="LiveId" clId="{021737E1-13EE-495B-A898-B29314BB33F8}" dt="2026-01-18T13:04:58.134" v="3172" actId="1076"/>
          <ac:spMkLst>
            <pc:docMk/>
            <pc:sldMk cId="3350650080" sldId="259"/>
            <ac:spMk id="48" creationId="{3D2BDE8E-D0FD-4543-1E92-E9FDF086C91D}"/>
          </ac:spMkLst>
        </pc:spChg>
        <pc:spChg chg="add mod">
          <ac:chgData name="Minh Khôi Võ Tấn" userId="df010977c1c328cb" providerId="LiveId" clId="{021737E1-13EE-495B-A898-B29314BB33F8}" dt="2026-01-17T11:18:23.990" v="3143" actId="1076"/>
          <ac:spMkLst>
            <pc:docMk/>
            <pc:sldMk cId="3350650080" sldId="259"/>
            <ac:spMk id="57" creationId="{6817932C-E353-2ABD-BD01-0DCF09E0AFE0}"/>
          </ac:spMkLst>
        </pc:spChg>
        <pc:cxnChg chg="mod">
          <ac:chgData name="Minh Khôi Võ Tấn" userId="df010977c1c328cb" providerId="LiveId" clId="{021737E1-13EE-495B-A898-B29314BB33F8}" dt="2026-01-17T11:15:03.792" v="3017" actId="1076"/>
          <ac:cxnSpMkLst>
            <pc:docMk/>
            <pc:sldMk cId="3350650080" sldId="259"/>
            <ac:cxnSpMk id="11" creationId="{65395CCC-1345-130C-78FE-2D74077CF771}"/>
          </ac:cxnSpMkLst>
        </pc:cxnChg>
        <pc:cxnChg chg="mod">
          <ac:chgData name="Minh Khôi Võ Tấn" userId="df010977c1c328cb" providerId="LiveId" clId="{021737E1-13EE-495B-A898-B29314BB33F8}" dt="2026-01-18T13:04:20.007" v="3165" actId="1076"/>
          <ac:cxnSpMkLst>
            <pc:docMk/>
            <pc:sldMk cId="3350650080" sldId="259"/>
            <ac:cxnSpMk id="13" creationId="{BED4831F-F02B-6B17-1173-DC0265D5BF25}"/>
          </ac:cxnSpMkLst>
        </pc:cxnChg>
        <pc:cxnChg chg="mod">
          <ac:chgData name="Minh Khôi Võ Tấn" userId="df010977c1c328cb" providerId="LiveId" clId="{021737E1-13EE-495B-A898-B29314BB33F8}" dt="2026-01-04T12:47:52.613" v="2428" actId="1076"/>
          <ac:cxnSpMkLst>
            <pc:docMk/>
            <pc:sldMk cId="3350650080" sldId="259"/>
            <ac:cxnSpMk id="22" creationId="{618E2246-55EF-1D6C-0AE6-310120099B00}"/>
          </ac:cxnSpMkLst>
        </pc:cxnChg>
        <pc:cxnChg chg="mod">
          <ac:chgData name="Minh Khôi Võ Tấn" userId="df010977c1c328cb" providerId="LiveId" clId="{021737E1-13EE-495B-A898-B29314BB33F8}" dt="2026-01-04T12:47:52.613" v="2428" actId="1076"/>
          <ac:cxnSpMkLst>
            <pc:docMk/>
            <pc:sldMk cId="3350650080" sldId="259"/>
            <ac:cxnSpMk id="23" creationId="{B2BCB7FD-B802-7E27-7614-2DDD05A76D42}"/>
          </ac:cxnSpMkLst>
        </pc:cxnChg>
        <pc:cxnChg chg="mod">
          <ac:chgData name="Minh Khôi Võ Tấn" userId="df010977c1c328cb" providerId="LiveId" clId="{021737E1-13EE-495B-A898-B29314BB33F8}" dt="2026-01-17T11:18:12.310" v="3135" actId="14100"/>
          <ac:cxnSpMkLst>
            <pc:docMk/>
            <pc:sldMk cId="3350650080" sldId="259"/>
            <ac:cxnSpMk id="28" creationId="{B3F15997-E796-A8CE-350A-D35E91F419B3}"/>
          </ac:cxnSpMkLst>
        </pc:cxnChg>
        <pc:cxnChg chg="mod">
          <ac:chgData name="Minh Khôi Võ Tấn" userId="df010977c1c328cb" providerId="LiveId" clId="{021737E1-13EE-495B-A898-B29314BB33F8}" dt="2026-01-17T11:18:09.712" v="3134" actId="14100"/>
          <ac:cxnSpMkLst>
            <pc:docMk/>
            <pc:sldMk cId="3350650080" sldId="259"/>
            <ac:cxnSpMk id="29" creationId="{082CB4E3-47AE-AD8B-7AFA-D55F8ED38671}"/>
          </ac:cxnSpMkLst>
        </pc:cxnChg>
        <pc:cxnChg chg="add mod">
          <ac:chgData name="Minh Khôi Võ Tấn" userId="df010977c1c328cb" providerId="LiveId" clId="{021737E1-13EE-495B-A898-B29314BB33F8}" dt="2026-01-18T13:04:20.007" v="3165" actId="1076"/>
          <ac:cxnSpMkLst>
            <pc:docMk/>
            <pc:sldMk cId="3350650080" sldId="259"/>
            <ac:cxnSpMk id="49" creationId="{18E0258B-74F8-7CDF-5A7D-6EAD580EF951}"/>
          </ac:cxnSpMkLst>
        </pc:cxnChg>
        <pc:cxnChg chg="add mod">
          <ac:chgData name="Minh Khôi Võ Tấn" userId="df010977c1c328cb" providerId="LiveId" clId="{021737E1-13EE-495B-A898-B29314BB33F8}" dt="2026-01-18T13:04:20.007" v="3165" actId="1076"/>
          <ac:cxnSpMkLst>
            <pc:docMk/>
            <pc:sldMk cId="3350650080" sldId="259"/>
            <ac:cxnSpMk id="51" creationId="{97B54F66-0D54-784D-B371-DA2990BB15E9}"/>
          </ac:cxnSpMkLst>
        </pc:cxnChg>
        <pc:cxnChg chg="add mod">
          <ac:chgData name="Minh Khôi Võ Tấn" userId="df010977c1c328cb" providerId="LiveId" clId="{021737E1-13EE-495B-A898-B29314BB33F8}" dt="2026-01-18T13:04:55.292" v="3171" actId="1076"/>
          <ac:cxnSpMkLst>
            <pc:docMk/>
            <pc:sldMk cId="3350650080" sldId="259"/>
            <ac:cxnSpMk id="77" creationId="{D038D8DA-B745-AC87-9470-3946B2BF13FE}"/>
          </ac:cxnSpMkLst>
        </pc:cxnChg>
        <pc:cxnChg chg="add mod">
          <ac:chgData name="Minh Khôi Võ Tấn" userId="df010977c1c328cb" providerId="LiveId" clId="{021737E1-13EE-495B-A898-B29314BB33F8}" dt="2026-01-18T13:05:50.700" v="3178" actId="1582"/>
          <ac:cxnSpMkLst>
            <pc:docMk/>
            <pc:sldMk cId="3350650080" sldId="259"/>
            <ac:cxnSpMk id="79" creationId="{959147C8-C094-8AE8-1A6F-813EAE2EDD4A}"/>
          </ac:cxnSpMkLst>
        </pc:cxnChg>
        <pc:cxnChg chg="add mod">
          <ac:chgData name="Minh Khôi Võ Tấn" userId="df010977c1c328cb" providerId="LiveId" clId="{021737E1-13EE-495B-A898-B29314BB33F8}" dt="2026-01-18T13:05:45.942" v="3177" actId="14100"/>
          <ac:cxnSpMkLst>
            <pc:docMk/>
            <pc:sldMk cId="3350650080" sldId="259"/>
            <ac:cxnSpMk id="82" creationId="{BA5A9BA2-D128-4D16-750A-7AF6BF95ABAB}"/>
          </ac:cxnSpMkLst>
        </pc:cxnChg>
      </pc:sldChg>
      <pc:sldChg chg="addSp delSp modSp new mod">
        <pc:chgData name="Minh Khôi Võ Tấn" userId="df010977c1c328cb" providerId="LiveId" clId="{021737E1-13EE-495B-A898-B29314BB33F8}" dt="2026-01-10T05:20:42.055" v="2929" actId="14100"/>
        <pc:sldMkLst>
          <pc:docMk/>
          <pc:sldMk cId="3593306569" sldId="260"/>
        </pc:sldMkLst>
        <pc:spChg chg="mod">
          <ac:chgData name="Minh Khôi Võ Tấn" userId="df010977c1c328cb" providerId="LiveId" clId="{021737E1-13EE-495B-A898-B29314BB33F8}" dt="2026-01-04T12:59:13.655" v="2502" actId="20577"/>
          <ac:spMkLst>
            <pc:docMk/>
            <pc:sldMk cId="3593306569" sldId="260"/>
            <ac:spMk id="2" creationId="{0ED1C4E5-C12F-539B-738E-2B46912D597E}"/>
          </ac:spMkLst>
        </pc:spChg>
        <pc:spChg chg="add mod ord">
          <ac:chgData name="Minh Khôi Võ Tấn" userId="df010977c1c328cb" providerId="LiveId" clId="{021737E1-13EE-495B-A898-B29314BB33F8}" dt="2026-01-10T05:20:42.055" v="2929" actId="14100"/>
          <ac:spMkLst>
            <pc:docMk/>
            <pc:sldMk cId="3593306569" sldId="260"/>
            <ac:spMk id="10" creationId="{11CBAFB8-22C0-37F7-8264-46046E043BDB}"/>
          </ac:spMkLst>
        </pc:spChg>
        <pc:spChg chg="add mod ord">
          <ac:chgData name="Minh Khôi Võ Tấn" userId="df010977c1c328cb" providerId="LiveId" clId="{021737E1-13EE-495B-A898-B29314BB33F8}" dt="2026-01-10T05:20:32.604" v="2928" actId="14100"/>
          <ac:spMkLst>
            <pc:docMk/>
            <pc:sldMk cId="3593306569" sldId="260"/>
            <ac:spMk id="12" creationId="{3F6F5843-ECE7-5D3A-5DA5-4482E454297D}"/>
          </ac:spMkLst>
        </pc:spChg>
        <pc:picChg chg="add mod">
          <ac:chgData name="Minh Khôi Võ Tấn" userId="df010977c1c328cb" providerId="LiveId" clId="{021737E1-13EE-495B-A898-B29314BB33F8}" dt="2026-01-10T05:20:23.424" v="2926" actId="1076"/>
          <ac:picMkLst>
            <pc:docMk/>
            <pc:sldMk cId="3593306569" sldId="260"/>
            <ac:picMk id="14" creationId="{9609EADD-3FF5-28C0-C43C-8E17E950214E}"/>
          </ac:picMkLst>
        </pc:picChg>
      </pc:sldChg>
      <pc:sldChg chg="addSp delSp modSp new mod">
        <pc:chgData name="Minh Khôi Võ Tấn" userId="df010977c1c328cb" providerId="LiveId" clId="{021737E1-13EE-495B-A898-B29314BB33F8}" dt="2026-01-10T05:22:20.269" v="2963" actId="1076"/>
        <pc:sldMkLst>
          <pc:docMk/>
          <pc:sldMk cId="294093517" sldId="261"/>
        </pc:sldMkLst>
        <pc:spChg chg="mod">
          <ac:chgData name="Minh Khôi Võ Tấn" userId="df010977c1c328cb" providerId="LiveId" clId="{021737E1-13EE-495B-A898-B29314BB33F8}" dt="2026-01-10T05:21:57.562" v="2957" actId="20577"/>
          <ac:spMkLst>
            <pc:docMk/>
            <pc:sldMk cId="294093517" sldId="261"/>
            <ac:spMk id="2" creationId="{97237E4C-AE4C-D056-1C19-35C4D30698AC}"/>
          </ac:spMkLst>
        </pc:spChg>
        <pc:spChg chg="add mod">
          <ac:chgData name="Minh Khôi Võ Tấn" userId="df010977c1c328cb" providerId="LiveId" clId="{021737E1-13EE-495B-A898-B29314BB33F8}" dt="2026-01-10T05:22:20.269" v="2963" actId="1076"/>
          <ac:spMkLst>
            <pc:docMk/>
            <pc:sldMk cId="294093517" sldId="261"/>
            <ac:spMk id="8" creationId="{C64E1DF5-BEC0-57AC-FD32-6ECE4816000E}"/>
          </ac:spMkLst>
        </pc:spChg>
        <pc:picChg chg="add mod">
          <ac:chgData name="Minh Khôi Võ Tấn" userId="df010977c1c328cb" providerId="LiveId" clId="{021737E1-13EE-495B-A898-B29314BB33F8}" dt="2026-01-10T05:22:13.233" v="2961" actId="1076"/>
          <ac:picMkLst>
            <pc:docMk/>
            <pc:sldMk cId="294093517" sldId="261"/>
            <ac:picMk id="7" creationId="{69FC3C02-9817-DB4D-ED5D-91C72174FFBF}"/>
          </ac:picMkLst>
        </pc:picChg>
      </pc:sldChg>
    </pc:docChg>
  </pc:docChgLst>
  <pc:docChgLst>
    <pc:chgData name="Minh Khôi Võ Tấn" userId="df010977c1c328cb" providerId="Windows Live" clId="Web-{7D8275EE-B700-D7F4-297E-EB361C7BC9BE}"/>
    <pc:docChg chg="modSld">
      <pc:chgData name="Minh Khôi Võ Tấn" userId="df010977c1c328cb" providerId="Windows Live" clId="Web-{7D8275EE-B700-D7F4-297E-EB361C7BC9BE}" dt="2026-01-30T08:09:57.139" v="62" actId="14100"/>
      <pc:docMkLst>
        <pc:docMk/>
      </pc:docMkLst>
      <pc:sldChg chg="addSp delSp modSp">
        <pc:chgData name="Minh Khôi Võ Tấn" userId="df010977c1c328cb" providerId="Windows Live" clId="Web-{7D8275EE-B700-D7F4-297E-EB361C7BC9BE}" dt="2026-01-30T08:09:57.139" v="62" actId="14100"/>
        <pc:sldMkLst>
          <pc:docMk/>
          <pc:sldMk cId="3350650080" sldId="259"/>
        </pc:sldMkLst>
        <pc:spChg chg="add mod">
          <ac:chgData name="Minh Khôi Võ Tấn" userId="df010977c1c328cb" providerId="Windows Live" clId="Web-{7D8275EE-B700-D7F4-297E-EB361C7BC9BE}" dt="2026-01-30T08:09:03.653" v="55" actId="14100"/>
          <ac:spMkLst>
            <pc:docMk/>
            <pc:sldMk cId="3350650080" sldId="259"/>
            <ac:spMk id="3" creationId="{E58FC05A-5382-AEB4-D802-7B31B6BE6F0D}"/>
          </ac:spMkLst>
        </pc:spChg>
        <pc:spChg chg="mod">
          <ac:chgData name="Minh Khôi Võ Tấn" userId="df010977c1c328cb" providerId="Windows Live" clId="Web-{7D8275EE-B700-D7F4-297E-EB361C7BC9BE}" dt="2026-01-30T07:27:36.955" v="34" actId="1076"/>
          <ac:spMkLst>
            <pc:docMk/>
            <pc:sldMk cId="3350650080" sldId="259"/>
            <ac:spMk id="7" creationId="{4252A650-7296-CC77-2DA6-E23D047EFA81}"/>
          </ac:spMkLst>
        </pc:spChg>
        <pc:spChg chg="del">
          <ac:chgData name="Minh Khôi Võ Tấn" userId="df010977c1c328cb" providerId="Windows Live" clId="Web-{7D8275EE-B700-D7F4-297E-EB361C7BC9BE}" dt="2026-01-30T07:27:49.158" v="38"/>
          <ac:spMkLst>
            <pc:docMk/>
            <pc:sldMk cId="3350650080" sldId="259"/>
            <ac:spMk id="9" creationId="{F6CDC67F-2245-F026-6901-378F33C85B43}"/>
          </ac:spMkLst>
        </pc:spChg>
        <pc:spChg chg="mod">
          <ac:chgData name="Minh Khôi Võ Tấn" userId="df010977c1c328cb" providerId="Windows Live" clId="Web-{7D8275EE-B700-D7F4-297E-EB361C7BC9BE}" dt="2026-01-30T07:26:48.454" v="22" actId="1076"/>
          <ac:spMkLst>
            <pc:docMk/>
            <pc:sldMk cId="3350650080" sldId="259"/>
            <ac:spMk id="10" creationId="{CAC7B3F9-E06B-0982-126C-CDC88CC0ACC5}"/>
          </ac:spMkLst>
        </pc:spChg>
        <pc:spChg chg="mod">
          <ac:chgData name="Minh Khôi Võ Tấn" userId="df010977c1c328cb" providerId="Windows Live" clId="Web-{7D8275EE-B700-D7F4-297E-EB361C7BC9BE}" dt="2026-01-30T07:27:41.564" v="35" actId="1076"/>
          <ac:spMkLst>
            <pc:docMk/>
            <pc:sldMk cId="3350650080" sldId="259"/>
            <ac:spMk id="12" creationId="{584B77D8-5F7F-E09E-F2D1-21730F62571F}"/>
          </ac:spMkLst>
        </pc:spChg>
        <pc:spChg chg="mod">
          <ac:chgData name="Minh Khôi Võ Tấn" userId="df010977c1c328cb" providerId="Windows Live" clId="Web-{7D8275EE-B700-D7F4-297E-EB361C7BC9BE}" dt="2026-01-30T07:26:30.610" v="2" actId="1076"/>
          <ac:spMkLst>
            <pc:docMk/>
            <pc:sldMk cId="3350650080" sldId="259"/>
            <ac:spMk id="14" creationId="{C3C72322-7C67-1410-B9C8-D6D01FAC5398}"/>
          </ac:spMkLst>
        </pc:spChg>
        <pc:spChg chg="mod">
          <ac:chgData name="Minh Khôi Võ Tấn" userId="df010977c1c328cb" providerId="Windows Live" clId="Web-{7D8275EE-B700-D7F4-297E-EB361C7BC9BE}" dt="2026-01-30T07:26:30.626" v="3" actId="1076"/>
          <ac:spMkLst>
            <pc:docMk/>
            <pc:sldMk cId="3350650080" sldId="259"/>
            <ac:spMk id="15" creationId="{1F9F617B-3D75-D0C9-7A88-43BBAA5D62D9}"/>
          </ac:spMkLst>
        </pc:spChg>
        <pc:spChg chg="mod">
          <ac:chgData name="Minh Khôi Võ Tấn" userId="df010977c1c328cb" providerId="Windows Live" clId="Web-{7D8275EE-B700-D7F4-297E-EB361C7BC9BE}" dt="2026-01-30T07:26:30.673" v="4" actId="1076"/>
          <ac:spMkLst>
            <pc:docMk/>
            <pc:sldMk cId="3350650080" sldId="259"/>
            <ac:spMk id="16" creationId="{01A38383-6B5A-4E4A-EBA8-E839180477B4}"/>
          </ac:spMkLst>
        </pc:spChg>
        <pc:spChg chg="mod">
          <ac:chgData name="Minh Khôi Võ Tấn" userId="df010977c1c328cb" providerId="Windows Live" clId="Web-{7D8275EE-B700-D7F4-297E-EB361C7BC9BE}" dt="2026-01-30T07:26:30.720" v="5" actId="1076"/>
          <ac:spMkLst>
            <pc:docMk/>
            <pc:sldMk cId="3350650080" sldId="259"/>
            <ac:spMk id="17" creationId="{CAF01C07-758E-7BDD-9450-1770DDB861BA}"/>
          </ac:spMkLst>
        </pc:spChg>
        <pc:spChg chg="mod">
          <ac:chgData name="Minh Khôi Võ Tấn" userId="df010977c1c328cb" providerId="Windows Live" clId="Web-{7D8275EE-B700-D7F4-297E-EB361C7BC9BE}" dt="2026-01-30T07:26:30.767" v="6" actId="1076"/>
          <ac:spMkLst>
            <pc:docMk/>
            <pc:sldMk cId="3350650080" sldId="259"/>
            <ac:spMk id="19" creationId="{633120C8-955C-C7C4-7F9E-F1E0347BB4A7}"/>
          </ac:spMkLst>
        </pc:spChg>
        <pc:spChg chg="mod">
          <ac:chgData name="Minh Khôi Võ Tấn" userId="df010977c1c328cb" providerId="Windows Live" clId="Web-{7D8275EE-B700-D7F4-297E-EB361C7BC9BE}" dt="2026-01-30T07:26:30.814" v="7" actId="1076"/>
          <ac:spMkLst>
            <pc:docMk/>
            <pc:sldMk cId="3350650080" sldId="259"/>
            <ac:spMk id="20" creationId="{30E5171B-7D67-5A79-BB61-16E286CA41D3}"/>
          </ac:spMkLst>
        </pc:spChg>
        <pc:spChg chg="mod">
          <ac:chgData name="Minh Khôi Võ Tấn" userId="df010977c1c328cb" providerId="Windows Live" clId="Web-{7D8275EE-B700-D7F4-297E-EB361C7BC9BE}" dt="2026-01-30T07:26:30.860" v="8" actId="1076"/>
          <ac:spMkLst>
            <pc:docMk/>
            <pc:sldMk cId="3350650080" sldId="259"/>
            <ac:spMk id="21" creationId="{79411552-C1E1-9514-8414-C538B767463D}"/>
          </ac:spMkLst>
        </pc:spChg>
        <pc:spChg chg="mod">
          <ac:chgData name="Minh Khôi Võ Tấn" userId="df010977c1c328cb" providerId="Windows Live" clId="Web-{7D8275EE-B700-D7F4-297E-EB361C7BC9BE}" dt="2026-01-30T07:26:41.501" v="20" actId="1076"/>
          <ac:spMkLst>
            <pc:docMk/>
            <pc:sldMk cId="3350650080" sldId="259"/>
            <ac:spMk id="27" creationId="{1F647E94-2332-2EDF-9BE0-AC5703F663B7}"/>
          </ac:spMkLst>
        </pc:spChg>
        <pc:spChg chg="mod">
          <ac:chgData name="Minh Khôi Võ Tấn" userId="df010977c1c328cb" providerId="Windows Live" clId="Web-{7D8275EE-B700-D7F4-297E-EB361C7BC9BE}" dt="2026-01-30T07:28:20.705" v="47" actId="1076"/>
          <ac:spMkLst>
            <pc:docMk/>
            <pc:sldMk cId="3350650080" sldId="259"/>
            <ac:spMk id="32" creationId="{56E06A4C-BA5C-A743-E89B-546E3506E9EF}"/>
          </ac:spMkLst>
        </pc:spChg>
        <pc:spChg chg="mod">
          <ac:chgData name="Minh Khôi Võ Tấn" userId="df010977c1c328cb" providerId="Windows Live" clId="Web-{7D8275EE-B700-D7F4-297E-EB361C7BC9BE}" dt="2026-01-30T07:28:24.518" v="48" actId="1076"/>
          <ac:spMkLst>
            <pc:docMk/>
            <pc:sldMk cId="3350650080" sldId="259"/>
            <ac:spMk id="33" creationId="{FBBA6943-D7BA-368A-BA6C-37B2235EB328}"/>
          </ac:spMkLst>
        </pc:spChg>
        <pc:spChg chg="mod">
          <ac:chgData name="Minh Khôi Võ Tấn" userId="df010977c1c328cb" providerId="Windows Live" clId="Web-{7D8275EE-B700-D7F4-297E-EB361C7BC9BE}" dt="2026-01-30T07:28:05.814" v="45" actId="1076"/>
          <ac:spMkLst>
            <pc:docMk/>
            <pc:sldMk cId="3350650080" sldId="259"/>
            <ac:spMk id="43" creationId="{F9E22DE9-98BE-E4E1-A8F0-5066BDFDE13A}"/>
          </ac:spMkLst>
        </pc:spChg>
        <pc:spChg chg="del">
          <ac:chgData name="Minh Khôi Võ Tấn" userId="df010977c1c328cb" providerId="Windows Live" clId="Web-{7D8275EE-B700-D7F4-297E-EB361C7BC9BE}" dt="2026-01-30T07:27:47.861" v="37"/>
          <ac:spMkLst>
            <pc:docMk/>
            <pc:sldMk cId="3350650080" sldId="259"/>
            <ac:spMk id="45" creationId="{25F507D2-1107-C579-61E2-15466E8CEC22}"/>
          </ac:spMkLst>
        </pc:spChg>
        <pc:spChg chg="mod">
          <ac:chgData name="Minh Khôi Võ Tấn" userId="df010977c1c328cb" providerId="Windows Live" clId="Web-{7D8275EE-B700-D7F4-297E-EB361C7BC9BE}" dt="2026-01-30T07:26:31.001" v="15" actId="1076"/>
          <ac:spMkLst>
            <pc:docMk/>
            <pc:sldMk cId="3350650080" sldId="259"/>
            <ac:spMk id="47" creationId="{94F04050-940F-6A10-EF99-C8E01DB016A8}"/>
          </ac:spMkLst>
        </pc:spChg>
        <pc:spChg chg="mod">
          <ac:chgData name="Minh Khôi Võ Tấn" userId="df010977c1c328cb" providerId="Windows Live" clId="Web-{7D8275EE-B700-D7F4-297E-EB361C7BC9BE}" dt="2026-01-30T07:26:31.017" v="16" actId="1076"/>
          <ac:spMkLst>
            <pc:docMk/>
            <pc:sldMk cId="3350650080" sldId="259"/>
            <ac:spMk id="48" creationId="{3D2BDE8E-D0FD-4543-1E92-E9FDF086C91D}"/>
          </ac:spMkLst>
        </pc:spChg>
        <pc:spChg chg="mod">
          <ac:chgData name="Minh Khôi Võ Tấn" userId="df010977c1c328cb" providerId="Windows Live" clId="Web-{7D8275EE-B700-D7F4-297E-EB361C7BC9BE}" dt="2026-01-30T07:26:37.111" v="19" actId="1076"/>
          <ac:spMkLst>
            <pc:docMk/>
            <pc:sldMk cId="3350650080" sldId="259"/>
            <ac:spMk id="57" creationId="{6817932C-E353-2ABD-BD01-0DCF09E0AFE0}"/>
          </ac:spMkLst>
        </pc:spChg>
        <pc:cxnChg chg="add del">
          <ac:chgData name="Minh Khôi Võ Tấn" userId="df010977c1c328cb" providerId="Windows Live" clId="Web-{7D8275EE-B700-D7F4-297E-EB361C7BC9BE}" dt="2026-01-30T08:09:18.466" v="57"/>
          <ac:cxnSpMkLst>
            <pc:docMk/>
            <pc:sldMk cId="3350650080" sldId="259"/>
            <ac:cxnSpMk id="6" creationId="{3E4E0DEC-F158-399D-B731-D00A4DB0E7F8}"/>
          </ac:cxnSpMkLst>
        </pc:cxnChg>
        <pc:cxnChg chg="del mod">
          <ac:chgData name="Minh Khôi Võ Tấn" userId="df010977c1c328cb" providerId="Windows Live" clId="Web-{7D8275EE-B700-D7F4-297E-EB361C7BC9BE}" dt="2026-01-30T07:27:46.705" v="36"/>
          <ac:cxnSpMkLst>
            <pc:docMk/>
            <pc:sldMk cId="3350650080" sldId="259"/>
            <ac:cxnSpMk id="8" creationId="{B692CCDB-D6F2-DC5A-3C3D-F4E69B9A3FC1}"/>
          </ac:cxnSpMkLst>
        </pc:cxnChg>
        <pc:cxnChg chg="mod">
          <ac:chgData name="Minh Khôi Võ Tấn" userId="df010977c1c328cb" providerId="Windows Live" clId="Web-{7D8275EE-B700-D7F4-297E-EB361C7BC9BE}" dt="2026-01-30T07:27:36.955" v="34" actId="1076"/>
          <ac:cxnSpMkLst>
            <pc:docMk/>
            <pc:sldMk cId="3350650080" sldId="259"/>
            <ac:cxnSpMk id="11" creationId="{65395CCC-1345-130C-78FE-2D74077CF771}"/>
          </ac:cxnSpMkLst>
        </pc:cxnChg>
        <pc:cxnChg chg="mod">
          <ac:chgData name="Minh Khôi Võ Tấn" userId="df010977c1c328cb" providerId="Windows Live" clId="Web-{7D8275EE-B700-D7F4-297E-EB361C7BC9BE}" dt="2026-01-30T07:26:30.548" v="1" actId="1076"/>
          <ac:cxnSpMkLst>
            <pc:docMk/>
            <pc:sldMk cId="3350650080" sldId="259"/>
            <ac:cxnSpMk id="13" creationId="{BED4831F-F02B-6B17-1173-DC0265D5BF25}"/>
          </ac:cxnSpMkLst>
        </pc:cxnChg>
        <pc:cxnChg chg="mod">
          <ac:chgData name="Minh Khôi Võ Tấn" userId="df010977c1c328cb" providerId="Windows Live" clId="Web-{7D8275EE-B700-D7F4-297E-EB361C7BC9BE}" dt="2026-01-30T07:26:30.876" v="9" actId="1076"/>
          <ac:cxnSpMkLst>
            <pc:docMk/>
            <pc:sldMk cId="3350650080" sldId="259"/>
            <ac:cxnSpMk id="22" creationId="{618E2246-55EF-1D6C-0AE6-310120099B00}"/>
          </ac:cxnSpMkLst>
        </pc:cxnChg>
        <pc:cxnChg chg="mod">
          <ac:chgData name="Minh Khôi Võ Tấn" userId="df010977c1c328cb" providerId="Windows Live" clId="Web-{7D8275EE-B700-D7F4-297E-EB361C7BC9BE}" dt="2026-01-30T07:26:30.892" v="10" actId="1076"/>
          <ac:cxnSpMkLst>
            <pc:docMk/>
            <pc:sldMk cId="3350650080" sldId="259"/>
            <ac:cxnSpMk id="23" creationId="{B2BCB7FD-B802-7E27-7614-2DDD05A76D42}"/>
          </ac:cxnSpMkLst>
        </pc:cxnChg>
        <pc:cxnChg chg="mod">
          <ac:chgData name="Minh Khôi Võ Tấn" userId="df010977c1c328cb" providerId="Windows Live" clId="Web-{7D8275EE-B700-D7F4-297E-EB361C7BC9BE}" dt="2026-01-30T08:09:44.139" v="61" actId="14100"/>
          <ac:cxnSpMkLst>
            <pc:docMk/>
            <pc:sldMk cId="3350650080" sldId="259"/>
            <ac:cxnSpMk id="28" creationId="{B3F15997-E796-A8CE-350A-D35E91F419B3}"/>
          </ac:cxnSpMkLst>
        </pc:cxnChg>
        <pc:cxnChg chg="mod">
          <ac:chgData name="Minh Khôi Võ Tấn" userId="df010977c1c328cb" providerId="Windows Live" clId="Web-{7D8275EE-B700-D7F4-297E-EB361C7BC9BE}" dt="2026-01-30T08:09:57.139" v="62" actId="14100"/>
          <ac:cxnSpMkLst>
            <pc:docMk/>
            <pc:sldMk cId="3350650080" sldId="259"/>
            <ac:cxnSpMk id="29" creationId="{082CB4E3-47AE-AD8B-7AFA-D55F8ED38671}"/>
          </ac:cxnSpMkLst>
        </pc:cxnChg>
        <pc:cxnChg chg="mod">
          <ac:chgData name="Minh Khôi Võ Tấn" userId="df010977c1c328cb" providerId="Windows Live" clId="Web-{7D8275EE-B700-D7F4-297E-EB361C7BC9BE}" dt="2026-01-30T07:26:30.939" v="13" actId="1076"/>
          <ac:cxnSpMkLst>
            <pc:docMk/>
            <pc:sldMk cId="3350650080" sldId="259"/>
            <ac:cxnSpMk id="49" creationId="{18E0258B-74F8-7CDF-5A7D-6EAD580EF951}"/>
          </ac:cxnSpMkLst>
        </pc:cxnChg>
        <pc:cxnChg chg="mod">
          <ac:chgData name="Minh Khôi Võ Tấn" userId="df010977c1c328cb" providerId="Windows Live" clId="Web-{7D8275EE-B700-D7F4-297E-EB361C7BC9BE}" dt="2026-01-30T07:26:30.954" v="14" actId="1076"/>
          <ac:cxnSpMkLst>
            <pc:docMk/>
            <pc:sldMk cId="3350650080" sldId="259"/>
            <ac:cxnSpMk id="51" creationId="{97B54F66-0D54-784D-B371-DA2990BB15E9}"/>
          </ac:cxnSpMkLst>
        </pc:cxnChg>
        <pc:cxnChg chg="mod">
          <ac:chgData name="Minh Khôi Võ Tấn" userId="df010977c1c328cb" providerId="Windows Live" clId="Web-{7D8275EE-B700-D7F4-297E-EB361C7BC9BE}" dt="2026-01-30T07:26:17.048" v="0" actId="1076"/>
          <ac:cxnSpMkLst>
            <pc:docMk/>
            <pc:sldMk cId="3350650080" sldId="259"/>
            <ac:cxnSpMk id="77" creationId="{D038D8DA-B745-AC87-9470-3946B2BF13FE}"/>
          </ac:cxnSpMkLst>
        </pc:cxnChg>
        <pc:cxnChg chg="mod">
          <ac:chgData name="Minh Khôi Võ Tấn" userId="df010977c1c328cb" providerId="Windows Live" clId="Web-{7D8275EE-B700-D7F4-297E-EB361C7BC9BE}" dt="2026-01-30T07:26:31.032" v="17" actId="1076"/>
          <ac:cxnSpMkLst>
            <pc:docMk/>
            <pc:sldMk cId="3350650080" sldId="259"/>
            <ac:cxnSpMk id="79" creationId="{959147C8-C094-8AE8-1A6F-813EAE2EDD4A}"/>
          </ac:cxnSpMkLst>
        </pc:cxnChg>
        <pc:cxnChg chg="mod">
          <ac:chgData name="Minh Khôi Võ Tấn" userId="df010977c1c328cb" providerId="Windows Live" clId="Web-{7D8275EE-B700-D7F4-297E-EB361C7BC9BE}" dt="2026-01-30T07:26:31.048" v="18" actId="1076"/>
          <ac:cxnSpMkLst>
            <pc:docMk/>
            <pc:sldMk cId="3350650080" sldId="259"/>
            <ac:cxnSpMk id="82" creationId="{BA5A9BA2-D128-4D16-750A-7AF6BF95ABA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88E23-6B0B-4308-A2C3-03BB04CE1B56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FB04C-44F8-4F5F-80E8-63EAE06CA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79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FB04C-44F8-4F5F-80E8-63EAE06CAE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302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2854F-A0FB-41C4-5CF4-42328229E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81B6C3-6256-434B-75FB-B0D32DDD8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3DC1A1-7263-27E5-43F1-E51A90FAB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D2C29-478D-7E1C-B0F7-495AF9CF24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FB04C-44F8-4F5F-80E8-63EAE06CAE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982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EB2E6-BD5D-13E0-5786-39E433F6C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D11C7-A746-82B4-4AB5-3EA0FB467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CA972-D17E-3B6F-1D51-C35B00BE9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DE4-4558-4141-B74D-6A52FA8EEA94}" type="datetime1">
              <a:rPr lang="vi-VN" smtClean="0"/>
              <a:t>28/03/2026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BE2F8-DA5B-4B9A-E9B0-F3C753488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5DE63-53EC-B8CC-763A-02854576D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7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0918F-D231-E75D-CCF3-5D5D5632A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9E93B-DD11-5B3B-8187-78849F37D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F4586-AE70-F9F5-323B-1987A4575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28/03/2026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EF259-2396-A321-252E-E478E375B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80A67-4314-937B-9C2B-829A7CD60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5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E7CD-4213-BB3A-D14E-B9862F32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31681-1F53-EE8C-0E17-10CC96BD7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37004-AE89-2428-F52F-1AAD58D20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34FD0-DA0A-4E51-AB0D-D3233A87CBD8}" type="datetime1">
              <a:rPr lang="vi-VN" smtClean="0"/>
              <a:t>28/03/2026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F4247-A47E-799D-4C25-C7AA3E18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75364-8C20-5586-2F0F-57FC25637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9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3E55F-64B2-14EB-7C80-F7EF92B4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2C80D-DCD4-0711-9A9E-8B3A86B426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2CCF5-D60A-CD5B-985D-3A8AE50FB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5955F-E218-2519-51D9-005D953D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C87B6-217B-4969-98BC-36956AB1925F}" type="datetime1">
              <a:rPr lang="vi-VN" smtClean="0"/>
              <a:t>28/03/2026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A69ED-EBA8-4EC6-046A-26AE4761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D2393-C611-219E-4605-9DB09FEC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0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F535-E8E8-AF0C-641A-BBAAB3E9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38191-C1C8-B3D8-97F4-2B9D1B69C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D825A-8DE0-6C36-3DCA-25AA60E64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DCD042-1DD0-A01B-48F3-670BDC8F0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CBE8B-B8A3-4665-2FB5-29C13FD96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627CCF-C471-7BDE-5C07-C184CAAB8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27AD8-3334-479F-BAFA-A093B7532044}" type="datetime1">
              <a:rPr lang="vi-VN" smtClean="0"/>
              <a:t>28/03/2026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E8CF16-7D61-EE97-9186-038CF658B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E05CC3-4FD9-0F9F-0FE2-87ECCF417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266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AF0AF-2C2E-0DAA-522F-8A539CCE9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B538C-89A1-F98D-3388-2A1755D85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144F-119F-42B1-90B9-57F184726D5C}" type="datetime1">
              <a:rPr lang="vi-VN" smtClean="0"/>
              <a:t>28/03/2026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F89BC-47F7-71BF-9232-D11D26B2A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EFBD2-02C8-DC47-1BF8-B404A6BB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52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159863-67E9-1674-4846-80F115A6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766EB-A638-4BA2-8AA5-F8D750AF9EFD}" type="datetime1">
              <a:rPr lang="vi-VN" smtClean="0"/>
              <a:t>28/03/2026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CCA1BF-C6B6-DB23-5087-BBC7C4E1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3053A-A097-93E5-A5E5-3DF8CF036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3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F4CD-C297-7FD1-0FE9-D85723E56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8000F-23EC-65D6-32DC-D1E191B5F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65AE5-99B9-1B17-FABA-770749E5D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1C15E-DE0C-FD9B-E15A-482CE0541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B80C8-AF9F-42FE-8BBF-AE337B24C20C}" type="datetime1">
              <a:rPr lang="vi-VN" smtClean="0"/>
              <a:t>28/03/2026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02996-E96C-C5E4-D19B-1F0F5D7FD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A0FC0-6E1F-2E13-73A1-63B05826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3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AD24-69EC-F12C-A5DF-84B8CE89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E3175E-9853-B3A6-EA4A-8EF8D227EA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67461-75E1-1949-4F15-2D9158439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3B741-D5D3-AA1E-4858-3EB1D044D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7A8E-4CC3-4EA2-83B4-94BF9DE947DC}" type="datetime1">
              <a:rPr lang="vi-VN" smtClean="0"/>
              <a:t>28/03/2026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527A8-4302-C04E-311B-A201A755A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957D-F73E-5F29-20DF-ABB2D5BF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38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D26E-FFD9-94B5-0B3A-80DC2631E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5239B-97A4-471A-623E-38CB9FE50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EB5FB-F1AD-5035-5DC0-9CBAD99AF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EEFA-0D90-436A-8E91-93EB85AB11E1}" type="datetime1">
              <a:rPr lang="vi-VN" smtClean="0"/>
              <a:t>28/03/2026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5091A-BC54-9260-E7A0-FA9133F6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F48B0-D72E-5AFE-9466-9281ED3C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51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DD64D7-8A73-13E7-054D-76BDDEC3D7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048B5-AE68-32A5-9E40-D416CF455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CA149-7469-2E94-44E6-F705180AF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AB03-5943-43D8-B1AE-1E2B0A36C8D8}" type="datetime1">
              <a:rPr lang="vi-VN" smtClean="0"/>
              <a:t>28/03/2026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F7038-9A47-B2A7-0AB8-ACC1064B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55774-D2AB-316B-1CD2-50033879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9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2AAFE-EA9A-041B-FAE4-DF79E144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FD2E9-C2C6-B3CC-D4D6-0C181864E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706E6-C815-FA0C-56F1-DEABCE0DC3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E318E-09DA-4019-A23C-446898E6BFD2}" type="datetime1">
              <a:rPr lang="vi-VN" smtClean="0"/>
              <a:t>28/03/2026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B575A-E704-ED3A-3137-E12C0CC5C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60679-4C76-BC01-F47B-711E4888E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32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s/vtmkhoi/projects/1/views/1?pane=issue&amp;itemId=168317257&amp;issue=vtmkhoi%7CMuscular-Atrophy-Measurement-System%7C12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8C130-FAB7-3278-D1B1-D087BA9E3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880711"/>
            <a:ext cx="9144000" cy="690116"/>
          </a:xfrm>
        </p:spPr>
        <p:txBody>
          <a:bodyPr>
            <a:noAutofit/>
          </a:bodyPr>
          <a:lstStyle/>
          <a:p>
            <a:r>
              <a:rPr lang="vi-VN" sz="2800" dirty="0">
                <a:latin typeface="Aptos Display (Headings)"/>
              </a:rPr>
              <a:t>BÁO CÁO TIẾN ĐỘ</a:t>
            </a:r>
            <a:endParaRPr lang="en-US" sz="2800" dirty="0">
              <a:latin typeface="Aptos Display (Headings)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124DD-8F22-02F5-68D9-ED3B99753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7047" y="4469346"/>
            <a:ext cx="4192438" cy="1048709"/>
          </a:xfrm>
        </p:spPr>
        <p:txBody>
          <a:bodyPr>
            <a:normAutofit/>
          </a:bodyPr>
          <a:lstStyle/>
          <a:p>
            <a:pPr algn="l"/>
            <a:r>
              <a:rPr lang="vi-VN" sz="1400" dirty="0"/>
              <a:t>CBHD: PGS. TS. Nguyễn Văn Hiếu</a:t>
            </a:r>
          </a:p>
          <a:p>
            <a:pPr algn="l"/>
            <a:r>
              <a:rPr lang="vi-VN" sz="1400" dirty="0"/>
              <a:t>            TS. Phan Thiện Luân</a:t>
            </a:r>
          </a:p>
          <a:p>
            <a:pPr algn="l"/>
            <a:r>
              <a:rPr lang="vi-VN" sz="1400" dirty="0"/>
              <a:t>HVCH: Võ Tấn Minh Khôi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7AD12-38A5-8BAD-956A-7D410826418C}"/>
              </a:ext>
            </a:extLst>
          </p:cNvPr>
          <p:cNvSpPr txBox="1"/>
          <p:nvPr/>
        </p:nvSpPr>
        <p:spPr>
          <a:xfrm>
            <a:off x="2940170" y="287251"/>
            <a:ext cx="63116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latin typeface="Aptos Display (Headings)"/>
              </a:rPr>
              <a:t>ĐẠI HỌC QUỐC GIA THÀNH PHỐ HỒ CHÍ MINH</a:t>
            </a:r>
          </a:p>
          <a:p>
            <a:pPr algn="ctr"/>
            <a:r>
              <a:rPr lang="vi-VN" sz="2400" dirty="0">
                <a:latin typeface="Aptos Display (Headings)"/>
              </a:rPr>
              <a:t>ĐẠI HỌC KHOA HỌC TỰ NHIÊN</a:t>
            </a:r>
            <a:endParaRPr lang="en-US" sz="2400" dirty="0">
              <a:latin typeface="Aptos Display (Headings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AA7A7-5232-9FFD-2BF9-6D382EBE4D7A}"/>
              </a:ext>
            </a:extLst>
          </p:cNvPr>
          <p:cNvSpPr txBox="1"/>
          <p:nvPr/>
        </p:nvSpPr>
        <p:spPr>
          <a:xfrm>
            <a:off x="4474952" y="1057727"/>
            <a:ext cx="3242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dirty="0"/>
              <a:t>Khoa Điện tử - Viễn thông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AC0004-C9AB-6AFF-5EB0-5F9143B6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27" y="121728"/>
            <a:ext cx="1630722" cy="13361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B2C567-3450-0FBF-FC88-51C51BD26D7E}"/>
              </a:ext>
            </a:extLst>
          </p:cNvPr>
          <p:cNvSpPr txBox="1"/>
          <p:nvPr/>
        </p:nvSpPr>
        <p:spPr>
          <a:xfrm>
            <a:off x="4646761" y="6280030"/>
            <a:ext cx="2898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TP. HỒ CHÍ MINH, 2026</a:t>
            </a:r>
          </a:p>
        </p:txBody>
      </p:sp>
    </p:spTree>
    <p:extLst>
      <p:ext uri="{BB962C8B-B14F-4D97-AF65-F5344CB8AC3E}">
        <p14:creationId xmlns:p14="http://schemas.microsoft.com/office/powerpoint/2010/main" val="3944462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BCAFD-BA78-A197-FD81-61D1EC16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 Display (Headings)"/>
              </a:rPr>
              <a:t>Tiến độ</a:t>
            </a:r>
            <a:endParaRPr lang="en-US" dirty="0">
              <a:latin typeface="Aptos Display (Headings)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45C47CD-5161-7A21-7F58-187AFAE95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8362" y="1269124"/>
            <a:ext cx="10275277" cy="52697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0F019-42BD-1DE5-DF93-F449AEE1F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28/03/2026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AB6AE-603A-1F57-4602-FD08908A6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82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027DC-EDC0-9CF8-ABD0-8F060CB4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024F5-E64C-2F11-6DF2-DFE075B4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 Display (Headings)"/>
              </a:rPr>
              <a:t>Tiến độ</a:t>
            </a:r>
            <a:endParaRPr lang="en-US" dirty="0">
              <a:latin typeface="Aptos Display (Headings)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5B9EA-9F67-B533-4101-C11C73B46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28/03/2026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B4C1D-9AFD-8D8B-7B9A-8F895E38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46EAE9-E2CF-DDFF-C359-683BFFF81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0890"/>
            <a:ext cx="8764172" cy="31762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18EC18-1E5E-AA7B-F271-A147A86C4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172" y="1840890"/>
            <a:ext cx="3452913" cy="317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425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39EBB-4808-8850-16E9-CF11D3C4A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EC915-15D7-AD58-C133-00AE982C6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 Display (Headings)"/>
              </a:rPr>
              <a:t>Tiến độ</a:t>
            </a:r>
            <a:endParaRPr lang="en-US" dirty="0">
              <a:latin typeface="Aptos Display (Headings)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458AB-8073-F655-4989-9030C0561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28/03/2026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C28F50-BCB7-084E-B0BE-C472A7C7D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4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663A0AE-6559-AFC0-0285-39714AD36D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674" y="1571113"/>
            <a:ext cx="4725572" cy="43074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16E767-D3CF-A188-28CF-DC4CAE81A1B2}"/>
              </a:ext>
            </a:extLst>
          </p:cNvPr>
          <p:cNvSpPr txBox="1"/>
          <p:nvPr/>
        </p:nvSpPr>
        <p:spPr>
          <a:xfrm>
            <a:off x="3474135" y="6356350"/>
            <a:ext cx="5001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Analyze output Sine wave from prototype · MAMS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CC2488-F8BB-C072-807D-C2A5FC0C7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71113"/>
            <a:ext cx="5445342" cy="430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1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DCD54-95F2-0C30-1010-AADB2D9C3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9187F-E597-1B19-C14B-EBAA6256A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 Display (Headings)"/>
              </a:rPr>
              <a:t>Tiến độ</a:t>
            </a:r>
            <a:endParaRPr lang="en-US" dirty="0">
              <a:latin typeface="Aptos Display (Headings)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913E8-C4EB-CC1F-5159-F7ACA22BE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28/03/2026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9B8C4-BC33-A836-F33B-1FBAA205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5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B8094F7-8017-7E58-0304-B9FF0358EB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28911" y="1484847"/>
            <a:ext cx="7934177" cy="487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337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899B8-67F0-4396-2593-3B6B1654F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F0682-77BD-04D1-67C8-0B002435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 Display (Headings)"/>
              </a:rPr>
              <a:t>Kế hoạch</a:t>
            </a:r>
            <a:endParaRPr lang="en-US" dirty="0">
              <a:latin typeface="Aptos Display (Headings)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E34FE-E93C-33B6-4D05-82B6537F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28/03/2026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B160C-79FD-A1F8-5ECC-6EE62DF9D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788A93-BF16-8E69-8672-993EDBE3A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Hoàn thiện Schematic</a:t>
            </a:r>
          </a:p>
          <a:p>
            <a:r>
              <a:rPr lang="vi-VN" dirty="0"/>
              <a:t>Layout PCB</a:t>
            </a:r>
          </a:p>
          <a:p>
            <a:r>
              <a:rPr lang="vi-VN" dirty="0"/>
              <a:t>Mua lại module AD9834 để test waveform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432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4560</TotalTime>
  <Words>95</Words>
  <Application>Microsoft Office PowerPoint</Application>
  <PresentationFormat>Widescreen</PresentationFormat>
  <Paragraphs>29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Aptos Display (Headings)</vt:lpstr>
      <vt:lpstr>Arial</vt:lpstr>
      <vt:lpstr>Office Theme</vt:lpstr>
      <vt:lpstr>BÁO CÁO TIẾN ĐỘ</vt:lpstr>
      <vt:lpstr>Tiến độ</vt:lpstr>
      <vt:lpstr>Tiến độ</vt:lpstr>
      <vt:lpstr>Tiến độ</vt:lpstr>
      <vt:lpstr>Tiến độ</vt:lpstr>
      <vt:lpstr>Kế hoạch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 Tan Minh Khoi (MS/EAI12-VM);24C41002@student.hcmus.edu.vn</dc:creator>
  <cp:lastModifiedBy>Minh Khôi Võ Tấn</cp:lastModifiedBy>
  <cp:revision>29</cp:revision>
  <dcterms:created xsi:type="dcterms:W3CDTF">2025-10-30T03:42:52Z</dcterms:created>
  <dcterms:modified xsi:type="dcterms:W3CDTF">2026-03-27T22:17:31Z</dcterms:modified>
</cp:coreProperties>
</file>