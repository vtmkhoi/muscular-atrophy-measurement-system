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27C888-134C-415F-AD2C-70A9D2704B29}">
          <p14:sldIdLst>
            <p14:sldId id="256"/>
            <p14:sldId id="258"/>
            <p14:sldId id="260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E76C9-B70E-4733-BDAC-72E00F56923E}" v="139" dt="2025-12-07T06:55:03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85351" autoAdjust="0"/>
  </p:normalViewPr>
  <p:slideViewPr>
    <p:cSldViewPr snapToGrid="0">
      <p:cViewPr>
        <p:scale>
          <a:sx n="50" d="100"/>
          <a:sy n="50" d="100"/>
        </p:scale>
        <p:origin x="2910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Khôi Võ Tấn" userId="df010977c1c328cb" providerId="LiveId" clId="{021737E1-13EE-495B-A898-B29314BB33F8}"/>
    <pc:docChg chg="undo redo custSel addSld delSld modSld modSection">
      <pc:chgData name="Minh Khôi Võ Tấn" userId="df010977c1c328cb" providerId="LiveId" clId="{021737E1-13EE-495B-A898-B29314BB33F8}" dt="2025-12-07T07:08:23.638" v="1922" actId="20577"/>
      <pc:docMkLst>
        <pc:docMk/>
      </pc:docMkLst>
      <pc:sldChg chg="modSp mod">
        <pc:chgData name="Minh Khôi Võ Tấn" userId="df010977c1c328cb" providerId="LiveId" clId="{021737E1-13EE-495B-A898-B29314BB33F8}" dt="2025-11-27T03:11:31.036" v="173" actId="1076"/>
        <pc:sldMkLst>
          <pc:docMk/>
          <pc:sldMk cId="3944462662" sldId="256"/>
        </pc:sldMkLst>
        <pc:spChg chg="mod">
          <ac:chgData name="Minh Khôi Võ Tấn" userId="df010977c1c328cb" providerId="LiveId" clId="{021737E1-13EE-495B-A898-B29314BB33F8}" dt="2025-11-27T03:05:25.110" v="121" actId="20577"/>
          <ac:spMkLst>
            <pc:docMk/>
            <pc:sldMk cId="3944462662" sldId="256"/>
            <ac:spMk id="2" creationId="{9788C130-FAB7-3278-D1B1-D087BA9E3038}"/>
          </ac:spMkLst>
        </pc:spChg>
        <pc:spChg chg="mod">
          <ac:chgData name="Minh Khôi Võ Tấn" userId="df010977c1c328cb" providerId="LiveId" clId="{021737E1-13EE-495B-A898-B29314BB33F8}" dt="2025-11-27T03:11:31.036" v="173" actId="1076"/>
          <ac:spMkLst>
            <pc:docMk/>
            <pc:sldMk cId="3944462662" sldId="256"/>
            <ac:spMk id="3" creationId="{FEF124DD-8F22-02F5-68D9-ED3B99753624}"/>
          </ac:spMkLst>
        </pc:spChg>
      </pc:sldChg>
      <pc:sldChg chg="addSp delSp modSp new mod">
        <pc:chgData name="Minh Khôi Võ Tấn" userId="df010977c1c328cb" providerId="LiveId" clId="{021737E1-13EE-495B-A898-B29314BB33F8}" dt="2025-11-27T05:20:50.562" v="380" actId="207"/>
        <pc:sldMkLst>
          <pc:docMk/>
          <pc:sldMk cId="1597710949" sldId="258"/>
        </pc:sldMkLst>
        <pc:spChg chg="mod">
          <ac:chgData name="Minh Khôi Võ Tấn" userId="df010977c1c328cb" providerId="LiveId" clId="{021737E1-13EE-495B-A898-B29314BB33F8}" dt="2025-11-27T05:13:35.593" v="262"/>
          <ac:spMkLst>
            <pc:docMk/>
            <pc:sldMk cId="1597710949" sldId="258"/>
            <ac:spMk id="2" creationId="{8CA08402-3F61-20D8-3D3C-188C78B0E2A1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8" creationId="{63F863F3-9F86-6243-2C06-5B2FC6A2080B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9" creationId="{22B55445-0DB0-C616-B99A-26A727519137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10" creationId="{6B02502E-A8D7-2281-98B3-0387A434293E}"/>
          </ac:spMkLst>
        </pc:spChg>
        <pc:spChg chg="add mod ord">
          <ac:chgData name="Minh Khôi Võ Tấn" userId="df010977c1c328cb" providerId="LiveId" clId="{021737E1-13EE-495B-A898-B29314BB33F8}" dt="2025-11-27T05:20:18.639" v="367" actId="693"/>
          <ac:spMkLst>
            <pc:docMk/>
            <pc:sldMk cId="1597710949" sldId="258"/>
            <ac:spMk id="11" creationId="{8FAA3BB8-FE67-279B-9672-0F73A75E9D1B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14" creationId="{471C59B9-CB3C-64DD-E0C5-578057700976}"/>
          </ac:spMkLst>
        </pc:spChg>
        <pc:spChg chg="add mod">
          <ac:chgData name="Minh Khôi Võ Tấn" userId="df010977c1c328cb" providerId="LiveId" clId="{021737E1-13EE-495B-A898-B29314BB33F8}" dt="2025-11-27T05:20:23.943" v="368" actId="1076"/>
          <ac:spMkLst>
            <pc:docMk/>
            <pc:sldMk cId="1597710949" sldId="258"/>
            <ac:spMk id="19" creationId="{280BCEFC-FC15-0AA6-9B05-300603BC5A18}"/>
          </ac:spMkLst>
        </pc:spChg>
        <pc:spChg chg="add mod">
          <ac:chgData name="Minh Khôi Võ Tấn" userId="df010977c1c328cb" providerId="LiveId" clId="{021737E1-13EE-495B-A898-B29314BB33F8}" dt="2025-11-27T05:20:50.562" v="380" actId="207"/>
          <ac:spMkLst>
            <pc:docMk/>
            <pc:sldMk cId="1597710949" sldId="258"/>
            <ac:spMk id="20" creationId="{1824FD19-AA9A-B326-048A-C2DFA4FBC661}"/>
          </ac:spMkLst>
        </pc:spChg>
        <pc:picChg chg="add mod">
          <ac:chgData name="Minh Khôi Võ Tấn" userId="df010977c1c328cb" providerId="LiveId" clId="{021737E1-13EE-495B-A898-B29314BB33F8}" dt="2025-11-27T05:14:05.708" v="269" actId="1076"/>
          <ac:picMkLst>
            <pc:docMk/>
            <pc:sldMk cId="1597710949" sldId="258"/>
            <ac:picMk id="7" creationId="{E9671074-98C9-ABD5-B487-197657F3A2E7}"/>
          </ac:picMkLst>
        </pc:picChg>
        <pc:cxnChg chg="add ord">
          <ac:chgData name="Minh Khôi Võ Tấn" userId="df010977c1c328cb" providerId="LiveId" clId="{021737E1-13EE-495B-A898-B29314BB33F8}" dt="2025-11-27T05:20:04.353" v="364" actId="170"/>
          <ac:cxnSpMkLst>
            <pc:docMk/>
            <pc:sldMk cId="1597710949" sldId="258"/>
            <ac:cxnSpMk id="16" creationId="{81B7A22B-CB22-2FDE-D85B-68886D70FF35}"/>
          </ac:cxnSpMkLst>
        </pc:cxnChg>
        <pc:cxnChg chg="add ord">
          <ac:chgData name="Minh Khôi Võ Tấn" userId="df010977c1c328cb" providerId="LiveId" clId="{021737E1-13EE-495B-A898-B29314BB33F8}" dt="2025-11-27T05:20:04.353" v="364" actId="170"/>
          <ac:cxnSpMkLst>
            <pc:docMk/>
            <pc:sldMk cId="1597710949" sldId="258"/>
            <ac:cxnSpMk id="18" creationId="{AE6894AC-46AE-1895-D77B-525AEDB91713}"/>
          </ac:cxnSpMkLst>
        </pc:cxnChg>
      </pc:sldChg>
      <pc:sldChg chg="addSp delSp modSp new mod setBg">
        <pc:chgData name="Minh Khôi Võ Tấn" userId="df010977c1c328cb" providerId="LiveId" clId="{021737E1-13EE-495B-A898-B29314BB33F8}" dt="2025-12-07T06:55:44.823" v="1889" actId="207"/>
        <pc:sldMkLst>
          <pc:docMk/>
          <pc:sldMk cId="1502946045" sldId="259"/>
        </pc:sldMkLst>
        <pc:spChg chg="mod">
          <ac:chgData name="Minh Khôi Võ Tấn" userId="df010977c1c328cb" providerId="LiveId" clId="{021737E1-13EE-495B-A898-B29314BB33F8}" dt="2025-11-27T07:16:46.259" v="884" actId="20577"/>
          <ac:spMkLst>
            <pc:docMk/>
            <pc:sldMk cId="1502946045" sldId="259"/>
            <ac:spMk id="2" creationId="{9A00A550-BD15-F437-8715-A1E433F57894}"/>
          </ac:spMkLst>
        </pc:spChg>
        <pc:spChg chg="mod">
          <ac:chgData name="Minh Khôi Võ Tấn" userId="df010977c1c328cb" providerId="LiveId" clId="{021737E1-13EE-495B-A898-B29314BB33F8}" dt="2025-11-27T07:16:20.578" v="864" actId="26606"/>
          <ac:spMkLst>
            <pc:docMk/>
            <pc:sldMk cId="1502946045" sldId="259"/>
            <ac:spMk id="4" creationId="{43B91096-5BBE-1D25-64D5-07755FC748CE}"/>
          </ac:spMkLst>
        </pc:spChg>
        <pc:spChg chg="mod">
          <ac:chgData name="Minh Khôi Võ Tấn" userId="df010977c1c328cb" providerId="LiveId" clId="{021737E1-13EE-495B-A898-B29314BB33F8}" dt="2025-11-27T07:16:20.578" v="864" actId="26606"/>
          <ac:spMkLst>
            <pc:docMk/>
            <pc:sldMk cId="1502946045" sldId="259"/>
            <ac:spMk id="5" creationId="{DCCE447D-F8DB-3A75-4DD1-840438D21582}"/>
          </ac:spMkLst>
        </pc:spChg>
        <pc:graphicFrameChg chg="add mod modGraphic">
          <ac:chgData name="Minh Khôi Võ Tấn" userId="df010977c1c328cb" providerId="LiveId" clId="{021737E1-13EE-495B-A898-B29314BB33F8}" dt="2025-12-07T06:55:44.823" v="1889" actId="207"/>
          <ac:graphicFrameMkLst>
            <pc:docMk/>
            <pc:sldMk cId="1502946045" sldId="259"/>
            <ac:graphicFrameMk id="12" creationId="{127DB91A-0E63-7D37-23E3-9EC294CA20CB}"/>
          </ac:graphicFrameMkLst>
        </pc:graphicFrameChg>
      </pc:sldChg>
      <pc:sldChg chg="addSp delSp modSp new mod">
        <pc:chgData name="Minh Khôi Võ Tấn" userId="df010977c1c328cb" providerId="LiveId" clId="{021737E1-13EE-495B-A898-B29314BB33F8}" dt="2025-12-07T06:27:36.677" v="1575" actId="1076"/>
        <pc:sldMkLst>
          <pc:docMk/>
          <pc:sldMk cId="2684948995" sldId="260"/>
        </pc:sldMkLst>
        <pc:spChg chg="mod">
          <ac:chgData name="Minh Khôi Võ Tấn" userId="df010977c1c328cb" providerId="LiveId" clId="{021737E1-13EE-495B-A898-B29314BB33F8}" dt="2025-11-27T07:35:04.591" v="998" actId="20577"/>
          <ac:spMkLst>
            <pc:docMk/>
            <pc:sldMk cId="2684948995" sldId="260"/>
            <ac:spMk id="2" creationId="{D7251EE9-664A-2032-9F40-D73BAC616999}"/>
          </ac:spMkLst>
        </pc:spChg>
        <pc:spChg chg="add mod">
          <ac:chgData name="Minh Khôi Võ Tấn" userId="df010977c1c328cb" providerId="LiveId" clId="{021737E1-13EE-495B-A898-B29314BB33F8}" dt="2025-11-27T07:39:17.720" v="1216" actId="1076"/>
          <ac:spMkLst>
            <pc:docMk/>
            <pc:sldMk cId="2684948995" sldId="260"/>
            <ac:spMk id="10" creationId="{1BF45D1C-EB7F-D7EC-10AC-9E4CED5A9062}"/>
          </ac:spMkLst>
        </pc:spChg>
        <pc:spChg chg="add mod">
          <ac:chgData name="Minh Khôi Võ Tấn" userId="df010977c1c328cb" providerId="LiveId" clId="{021737E1-13EE-495B-A898-B29314BB33F8}" dt="2025-12-07T06:27:36.485" v="1574" actId="1076"/>
          <ac:spMkLst>
            <pc:docMk/>
            <pc:sldMk cId="2684948995" sldId="260"/>
            <ac:spMk id="12" creationId="{A221D6D0-1457-C090-EB75-7661FD2AD322}"/>
          </ac:spMkLst>
        </pc:spChg>
        <pc:picChg chg="add mod">
          <ac:chgData name="Minh Khôi Võ Tấn" userId="df010977c1c328cb" providerId="LiveId" clId="{021737E1-13EE-495B-A898-B29314BB33F8}" dt="2025-12-07T06:27:36.677" v="1575" actId="1076"/>
          <ac:picMkLst>
            <pc:docMk/>
            <pc:sldMk cId="2684948995" sldId="260"/>
            <ac:picMk id="6" creationId="{23D63DCD-FFD9-934E-E373-0F2114DCFC13}"/>
          </ac:picMkLst>
        </pc:picChg>
        <pc:picChg chg="add mod ord">
          <ac:chgData name="Minh Khôi Võ Tấn" userId="df010977c1c328cb" providerId="LiveId" clId="{021737E1-13EE-495B-A898-B29314BB33F8}" dt="2025-11-27T05:56:01.206" v="823" actId="1076"/>
          <ac:picMkLst>
            <pc:docMk/>
            <pc:sldMk cId="2684948995" sldId="260"/>
            <ac:picMk id="7" creationId="{CE692BC9-BE4D-AB9A-3191-5CC3405A423A}"/>
          </ac:picMkLst>
        </pc:picChg>
        <pc:picChg chg="add del mod">
          <ac:chgData name="Minh Khôi Võ Tấn" userId="df010977c1c328cb" providerId="LiveId" clId="{021737E1-13EE-495B-A898-B29314BB33F8}" dt="2025-12-07T06:22:34.986" v="1540" actId="478"/>
          <ac:picMkLst>
            <pc:docMk/>
            <pc:sldMk cId="2684948995" sldId="260"/>
            <ac:picMk id="11" creationId="{78C96EBB-9669-F738-65E7-59155CD18387}"/>
          </ac:picMkLst>
        </pc:picChg>
      </pc:sldChg>
      <pc:sldChg chg="modSp new mod modNotesTx">
        <pc:chgData name="Minh Khôi Võ Tấn" userId="df010977c1c328cb" providerId="LiveId" clId="{021737E1-13EE-495B-A898-B29314BB33F8}" dt="2025-12-07T07:08:23.638" v="1922" actId="20577"/>
        <pc:sldMkLst>
          <pc:docMk/>
          <pc:sldMk cId="2612196103" sldId="261"/>
        </pc:sldMkLst>
        <pc:spChg chg="mod">
          <ac:chgData name="Minh Khôi Võ Tấn" userId="df010977c1c328cb" providerId="LiveId" clId="{021737E1-13EE-495B-A898-B29314BB33F8}" dt="2025-11-27T07:54:49.097" v="1317" actId="2711"/>
          <ac:spMkLst>
            <pc:docMk/>
            <pc:sldMk cId="2612196103" sldId="261"/>
            <ac:spMk id="2" creationId="{AE101D3E-E0D7-9F09-0018-F6BD987E8627}"/>
          </ac:spMkLst>
        </pc:spChg>
        <pc:spChg chg="mod">
          <ac:chgData name="Minh Khôi Võ Tấn" userId="df010977c1c328cb" providerId="LiveId" clId="{021737E1-13EE-495B-A898-B29314BB33F8}" dt="2025-12-07T07:08:23.638" v="1922" actId="20577"/>
          <ac:spMkLst>
            <pc:docMk/>
            <pc:sldMk cId="2612196103" sldId="261"/>
            <ac:spMk id="3" creationId="{E45D8649-25DA-342B-3BB4-75F31FDC85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88E23-6B0B-4308-A2C3-03BB04CE1B5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FB04C-44F8-4F5F-80E8-63EAE06CA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40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B2E6-BD5D-13E0-5786-39E433F6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11C7-A746-82B4-4AB5-3EA0FB46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972-D17E-3B6F-1D51-C35B00B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DE4-4558-4141-B74D-6A52FA8EEA94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BE2F8-DA5B-4B9A-E9B0-F3C75348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DE63-53EC-B8CC-763A-02854576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918F-D231-E75D-CCF3-5D5D563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E93B-DD11-5B3B-8187-78849F3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F4586-AE70-F9F5-323B-1987A457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F259-2396-A321-252E-E478E375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0A67-4314-937B-9C2B-829A7CD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7CD-4213-BB3A-D14E-B9862F3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1681-1F53-EE8C-0E17-10CC96BD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7004-AE89-2428-F52F-1AAD58D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4FD0-DA0A-4E51-AB0D-D3233A87CBD8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247-A47E-799D-4C25-C7AA3E18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5364-8C20-5586-2F0F-57FC25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E55F-64B2-14EB-7C80-F7EF92B4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C80D-DCD4-0711-9A9E-8B3A86B4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2CCF5-D60A-CD5B-985D-3A8AE50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55F-E218-2519-51D9-005D953D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87B6-217B-4969-98BC-36956AB1925F}" type="datetime1">
              <a:rPr lang="vi-VN" smtClean="0"/>
              <a:t>07/12/2025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69ED-EBA8-4EC6-046A-26AE4761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2393-C611-219E-4605-9DB09FE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535-E8E8-AF0C-641A-BBAAB3E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191-C1C8-B3D8-97F4-2B9D1B69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825A-8DE0-6C36-3DCA-25AA60E6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CD042-1DD0-A01B-48F3-670BDC8F0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BE8B-B8A3-4665-2FB5-29C13FD96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27CCF-C471-7BDE-5C07-C184CAA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27AD8-3334-479F-BAFA-A093B7532044}" type="datetime1">
              <a:rPr lang="vi-VN" smtClean="0"/>
              <a:t>07/12/2025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8CF16-7D61-EE97-9186-038CF658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05CC3-4FD9-0F9F-0FE2-87ECCF41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F0AF-2C2E-0DAA-522F-8A539CC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B538C-89A1-F98D-3388-2A1755D8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144F-119F-42B1-90B9-57F184726D5C}" type="datetime1">
              <a:rPr lang="vi-VN" smtClean="0"/>
              <a:t>07/12/2025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89BC-47F7-71BF-9232-D11D26B2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FBD2-02C8-DC47-1BF8-B404A6BB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5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59863-67E9-1674-4846-80F115A6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66EB-A638-4BA2-8AA5-F8D750AF9EFD}" type="datetime1">
              <a:rPr lang="vi-VN" smtClean="0"/>
              <a:t>07/12/2025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CA1BF-C6B6-DB23-5087-BBC7C4E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053A-A097-93E5-A5E5-3DF8CF03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4CD-C297-7FD1-0FE9-D85723E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000F-23EC-65D6-32DC-D1E191B5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5AE5-99B9-1B17-FABA-770749E5D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15E-DE0C-FD9B-E15A-482CE05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80C8-AF9F-42FE-8BBF-AE337B24C20C}" type="datetime1">
              <a:rPr lang="vi-VN" smtClean="0"/>
              <a:t>07/12/2025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02996-E96C-C5E4-D19B-1F0F5D7F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0FC0-6E1F-2E13-73A1-63B05826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AD24-69EC-F12C-A5DF-84B8CE8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3175E-9853-B3A6-EA4A-8EF8D227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461-75E1-1949-4F15-2D915843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B741-D5D3-AA1E-4858-3EB1D044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7A8E-4CC3-4EA2-83B4-94BF9DE947DC}" type="datetime1">
              <a:rPr lang="vi-VN" smtClean="0"/>
              <a:t>07/12/2025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27A8-4302-C04E-311B-A201A75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957D-F73E-5F29-20DF-ABB2D5BF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26E-FFD9-94B5-0B3A-80DC2631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239B-97A4-471A-623E-38CB9FE5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B5FB-F1AD-5035-5DC0-9CBAD99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EEFA-0D90-436A-8E91-93EB85AB11E1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091A-BC54-9260-E7A0-FA9133F6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48B0-D72E-5AFE-9466-9281ED3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D64D7-8A73-13E7-054D-76BDDEC3D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48B5-AE68-32A5-9E40-D416CF45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A149-7469-2E94-44E6-F705180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B03-5943-43D8-B1AE-1E2B0A36C8D8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7038-9A47-B2A7-0AB8-ACC1064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774-D2AB-316B-1CD2-50033879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2AAFE-EA9A-041B-FAE4-DF79E144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FD2E9-C2C6-B3CC-D4D6-0C181864E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06E6-C815-FA0C-56F1-DEABCE0DC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318E-09DA-4019-A23C-446898E6BFD2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575A-E704-ED3A-3137-E12C0CC5C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60679-4C76-BC01-F47B-711E4888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130-FAB7-3278-D1B1-D087BA9E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493513"/>
            <a:ext cx="9144000" cy="1077314"/>
          </a:xfrm>
        </p:spPr>
        <p:txBody>
          <a:bodyPr>
            <a:noAutofit/>
          </a:bodyPr>
          <a:lstStyle/>
          <a:p>
            <a:r>
              <a:rPr lang="vi-VN" sz="2800" dirty="0">
                <a:latin typeface="Aptos Display (Headings)"/>
              </a:rPr>
              <a:t>BÁO CÁO TIẾN ĐỘ TUẦN 1</a:t>
            </a:r>
            <a:endParaRPr lang="en-US" sz="2800" dirty="0">
              <a:latin typeface="Aptos Display (Headings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4DD-8F22-02F5-68D9-ED3B9975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7948" y="4606503"/>
            <a:ext cx="4192438" cy="6901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CBHD: PGS. TS. Nguyễn Văn Hiếu</a:t>
            </a:r>
          </a:p>
          <a:p>
            <a:pPr algn="l"/>
            <a:r>
              <a:rPr lang="vi-VN" dirty="0"/>
              <a:t>HVCH: Võ Tấn Minh Khôi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AD12-38A5-8BAD-956A-7D410826418C}"/>
              </a:ext>
            </a:extLst>
          </p:cNvPr>
          <p:cNvSpPr txBox="1"/>
          <p:nvPr/>
        </p:nvSpPr>
        <p:spPr>
          <a:xfrm>
            <a:off x="2940170" y="287251"/>
            <a:ext cx="6311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Aptos Display (Headings)"/>
              </a:rPr>
              <a:t>ĐẠI HỌC QUỐC GIA THÀNH PHỐ HỒ CHÍ MINH</a:t>
            </a:r>
          </a:p>
          <a:p>
            <a:pPr algn="ctr"/>
            <a:r>
              <a:rPr lang="vi-VN" sz="2400" dirty="0">
                <a:latin typeface="Aptos Display (Headings)"/>
              </a:rPr>
              <a:t>ĐẠI HỌC KHOA HỌC TỰ NHIÊN</a:t>
            </a:r>
            <a:endParaRPr lang="en-US" sz="2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AA7A7-5232-9FFD-2BF9-6D382EBE4D7A}"/>
              </a:ext>
            </a:extLst>
          </p:cNvPr>
          <p:cNvSpPr txBox="1"/>
          <p:nvPr/>
        </p:nvSpPr>
        <p:spPr>
          <a:xfrm>
            <a:off x="4474952" y="1057727"/>
            <a:ext cx="324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/>
              <a:t>Khoa Điện tử - Viễn thông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0004-C9AB-6AFF-5EB0-5F9143B6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7" y="121728"/>
            <a:ext cx="1630722" cy="133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2C567-3450-0FBF-FC88-51C51BD26D7E}"/>
              </a:ext>
            </a:extLst>
          </p:cNvPr>
          <p:cNvSpPr txBox="1"/>
          <p:nvPr/>
        </p:nvSpPr>
        <p:spPr>
          <a:xfrm>
            <a:off x="4646761" y="6280030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TP. HỒ CHÍ MINH,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6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8402-3F61-20D8-3D3C-188C78B0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Tổng quan của hệ thống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1A43-4DE1-8399-2489-698FC5D9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54B5-DA58-547D-1F88-B73002E2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A diagram of ultrasound probe&#10;&#10;AI-generated content may be incorrect.">
            <a:extLst>
              <a:ext uri="{FF2B5EF4-FFF2-40B4-BE49-F238E27FC236}">
                <a16:creationId xmlns:a16="http://schemas.microsoft.com/office/drawing/2014/main" id="{E9671074-98C9-ABD5-B487-197657F3A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694" y="1936800"/>
            <a:ext cx="4945811" cy="381010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0BCEFC-FC15-0AA6-9B05-300603BC5A18}"/>
              </a:ext>
            </a:extLst>
          </p:cNvPr>
          <p:cNvSpPr/>
          <p:nvPr/>
        </p:nvSpPr>
        <p:spPr>
          <a:xfrm>
            <a:off x="449651" y="2216285"/>
            <a:ext cx="4856672" cy="36144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863F3-9F86-6243-2C06-5B2FC6A2080B}"/>
              </a:ext>
            </a:extLst>
          </p:cNvPr>
          <p:cNvSpPr/>
          <p:nvPr/>
        </p:nvSpPr>
        <p:spPr>
          <a:xfrm>
            <a:off x="983412" y="2683609"/>
            <a:ext cx="1302589" cy="59522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EIM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B55445-0DB0-C616-B99A-26A727519137}"/>
              </a:ext>
            </a:extLst>
          </p:cNvPr>
          <p:cNvSpPr/>
          <p:nvPr/>
        </p:nvSpPr>
        <p:spPr>
          <a:xfrm>
            <a:off x="983412" y="3733829"/>
            <a:ext cx="1302589" cy="5952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NIR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2502E-A8D7-2281-98B3-0387A434293E}"/>
              </a:ext>
            </a:extLst>
          </p:cNvPr>
          <p:cNvSpPr/>
          <p:nvPr/>
        </p:nvSpPr>
        <p:spPr>
          <a:xfrm>
            <a:off x="983411" y="4784049"/>
            <a:ext cx="1302589" cy="59522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Ultrasound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AA3BB8-FE67-279B-9672-0F73A75E9D1B}"/>
              </a:ext>
            </a:extLst>
          </p:cNvPr>
          <p:cNvSpPr/>
          <p:nvPr/>
        </p:nvSpPr>
        <p:spPr>
          <a:xfrm>
            <a:off x="638356" y="2427632"/>
            <a:ext cx="2018580" cy="319177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1C59B9-CB3C-64DD-E0C5-578057700976}"/>
              </a:ext>
            </a:extLst>
          </p:cNvPr>
          <p:cNvSpPr/>
          <p:nvPr/>
        </p:nvSpPr>
        <p:spPr>
          <a:xfrm>
            <a:off x="3375085" y="3733829"/>
            <a:ext cx="1774885" cy="595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Microcontroller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B7A22B-CB22-2FDE-D85B-68886D70FF35}"/>
              </a:ext>
            </a:extLst>
          </p:cNvPr>
          <p:cNvCxnSpPr/>
          <p:nvPr/>
        </p:nvCxnSpPr>
        <p:spPr>
          <a:xfrm>
            <a:off x="2656936" y="3841853"/>
            <a:ext cx="718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6894AC-46AE-1895-D77B-525AEDB91713}"/>
              </a:ext>
            </a:extLst>
          </p:cNvPr>
          <p:cNvCxnSpPr/>
          <p:nvPr/>
        </p:nvCxnSpPr>
        <p:spPr>
          <a:xfrm flipH="1">
            <a:off x="2656936" y="4201064"/>
            <a:ext cx="718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24FD19-AA9A-B326-048A-C2DFA4FBC661}"/>
              </a:ext>
            </a:extLst>
          </p:cNvPr>
          <p:cNvSpPr txBox="1"/>
          <p:nvPr/>
        </p:nvSpPr>
        <p:spPr>
          <a:xfrm>
            <a:off x="4474953" y="2314277"/>
            <a:ext cx="79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accent6">
                    <a:lumMod val="75000"/>
                  </a:schemeClr>
                </a:solidFill>
              </a:rPr>
              <a:t>PCB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71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1EE9-664A-2032-9F40-D73BAC61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Ưu tiên 1: Mạch đo EIM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Content Placeholder 6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CE692BC9-BE4D-AB9A-3191-5CC3405A4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91" y="1903263"/>
            <a:ext cx="2638409" cy="35658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F287A-D35C-1F69-C465-0D953915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1039A-A5BE-4FFC-0EE9-AC369012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45D1C-EB7F-D7EC-10AC-9E4CED5A9062}"/>
              </a:ext>
            </a:extLst>
          </p:cNvPr>
          <p:cNvSpPr txBox="1"/>
          <p:nvPr/>
        </p:nvSpPr>
        <p:spPr>
          <a:xfrm>
            <a:off x="122207" y="5543417"/>
            <a:ext cx="48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Phát triển mạch EIM có sẵn từ 2 cực </a:t>
            </a:r>
            <a:r>
              <a:rPr lang="vi-VN" dirty="0">
                <a:sym typeface="Wingdings" panose="05000000000000000000" pitchFamily="2" charset="2"/>
              </a:rPr>
              <a:t></a:t>
            </a:r>
            <a:r>
              <a:rPr lang="vi-VN" dirty="0"/>
              <a:t> 4 cực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21D6D0-1457-C090-EB75-7661FD2AD322}"/>
              </a:ext>
            </a:extLst>
          </p:cNvPr>
          <p:cNvSpPr txBox="1"/>
          <p:nvPr/>
        </p:nvSpPr>
        <p:spPr>
          <a:xfrm>
            <a:off x="7782702" y="5543417"/>
            <a:ext cx="232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Sơ đồ đi dây dự kiến</a:t>
            </a:r>
            <a:endParaRPr lang="en-US" dirty="0"/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23D63DCD-FFD9-934E-E373-0F2114DCF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370" y="1903263"/>
            <a:ext cx="6596258" cy="35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4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A550-BD15-F437-8715-A1E433F5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Tiến độ chi tiết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91096-5BBE-1D25-64D5-07755FC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E447D-F8DB-3A75-4DD1-840438D2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27DB91A-0E63-7D37-23E3-9EC294CA2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397524"/>
              </p:ext>
            </p:extLst>
          </p:nvPr>
        </p:nvGraphicFramePr>
        <p:xfrm>
          <a:off x="838199" y="1471936"/>
          <a:ext cx="10515600" cy="50116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7907">
                  <a:extLst>
                    <a:ext uri="{9D8B030D-6E8A-4147-A177-3AD203B41FA5}">
                      <a16:colId xmlns:a16="http://schemas.microsoft.com/office/drawing/2014/main" val="1875601538"/>
                    </a:ext>
                  </a:extLst>
                </a:gridCol>
                <a:gridCol w="5840083">
                  <a:extLst>
                    <a:ext uri="{9D8B030D-6E8A-4147-A177-3AD203B41FA5}">
                      <a16:colId xmlns:a16="http://schemas.microsoft.com/office/drawing/2014/main" val="652250579"/>
                    </a:ext>
                  </a:extLst>
                </a:gridCol>
                <a:gridCol w="793630">
                  <a:extLst>
                    <a:ext uri="{9D8B030D-6E8A-4147-A177-3AD203B41FA5}">
                      <a16:colId xmlns:a16="http://schemas.microsoft.com/office/drawing/2014/main" val="897113431"/>
                    </a:ext>
                  </a:extLst>
                </a:gridCol>
                <a:gridCol w="1871932">
                  <a:extLst>
                    <a:ext uri="{9D8B030D-6E8A-4147-A177-3AD203B41FA5}">
                      <a16:colId xmlns:a16="http://schemas.microsoft.com/office/drawing/2014/main" val="2421105881"/>
                    </a:ext>
                  </a:extLst>
                </a:gridCol>
                <a:gridCol w="1442048">
                  <a:extLst>
                    <a:ext uri="{9D8B030D-6E8A-4147-A177-3AD203B41FA5}">
                      <a16:colId xmlns:a16="http://schemas.microsoft.com/office/drawing/2014/main" val="4217716149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No.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Name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Weeks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Timeline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Note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59999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Nghiên cứu </a:t>
                      </a:r>
                      <a:r>
                        <a:rPr lang="en-US" sz="1200" b="1" u="none" strike="noStrike" dirty="0" err="1">
                          <a:effectLst/>
                        </a:rPr>
                        <a:t>nguyên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lý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hoạt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động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01/12/2025 - 18/01/2026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30261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EIM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01/12/2025 - 14/12/2025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000" u="none" strike="noStrike" dirty="0">
                          <a:effectLst/>
                        </a:rPr>
                        <a:t>Đang thực hiện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7096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Lên danh sách linh kiện + Order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07/12/2025 – 21/12/2025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Đang thực hiện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6267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NIR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15/12/2025 - 28/12/2025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08851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Ultrasound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29/12/2025 - 11/01/2026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8817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Dự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phòng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12/01/2026 – 18/01/2026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28556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Thiết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kế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mạch</a:t>
                      </a:r>
                      <a:r>
                        <a:rPr lang="en-US" sz="1200" b="1" u="none" strike="noStrike" dirty="0">
                          <a:effectLst/>
                        </a:rPr>
                        <a:t> PCB </a:t>
                      </a:r>
                      <a:r>
                        <a:rPr lang="en-US" sz="1200" b="1" u="none" strike="noStrike" dirty="0" err="1">
                          <a:effectLst/>
                        </a:rPr>
                        <a:t>cho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8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19/01/2026 – 13/03/2026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28454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Cắm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mạch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trên</a:t>
                      </a:r>
                      <a:r>
                        <a:rPr lang="en-US" sz="1200" u="none" strike="noStrike" dirty="0">
                          <a:effectLst/>
                        </a:rPr>
                        <a:t> test board + </a:t>
                      </a:r>
                      <a:r>
                        <a:rPr lang="en-US" sz="1200" u="none" strike="noStrike" dirty="0" err="1">
                          <a:effectLst/>
                        </a:rPr>
                        <a:t>thiết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kế</a:t>
                      </a:r>
                      <a:r>
                        <a:rPr lang="en-US" sz="1200" u="none" strike="noStrike" dirty="0">
                          <a:effectLst/>
                        </a:rPr>
                        <a:t> software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19/01/2026 – 11/02/2026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1664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Vẽ</a:t>
                      </a:r>
                      <a:r>
                        <a:rPr lang="en-US" sz="1200" u="none" strike="noStrike" dirty="0">
                          <a:effectLst/>
                        </a:rPr>
                        <a:t> schematic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12/02/2026 – 19/02/2026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0050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Vẽ</a:t>
                      </a:r>
                      <a:r>
                        <a:rPr lang="en-US" sz="1200" u="none" strike="noStrike" dirty="0">
                          <a:effectLst/>
                        </a:rPr>
                        <a:t> PCB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20/02/2026 – 27/02/2026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5312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Đặt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mạch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in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28/02/2026 – 13/03/2026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04684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Kiểm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việc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hợp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14/03/2026 – 27/03/2026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809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Tiếp tục viết phần mềm cho chương trình</a:t>
                      </a:r>
                      <a:endParaRPr lang="vi-V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14/03/2026 – 20/03/2026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66472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Kiểm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tra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sự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hoàn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thiện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r>
                        <a:rPr lang="en-US" sz="1200" u="none" strike="noStrike" dirty="0">
                          <a:effectLst/>
                        </a:rPr>
                        <a:t> +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mềm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21/03/2026 – 27/03/2026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3345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Thiết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kế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mạch</a:t>
                      </a:r>
                      <a:r>
                        <a:rPr lang="en-US" sz="1200" b="1" u="none" strike="noStrike" dirty="0">
                          <a:effectLst/>
                        </a:rPr>
                        <a:t> PCB </a:t>
                      </a:r>
                      <a:r>
                        <a:rPr lang="en-US" sz="1200" b="1" u="none" strike="noStrike" dirty="0" err="1">
                          <a:effectLst/>
                        </a:rPr>
                        <a:t>nếu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có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vấn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đề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28/03/2026 – 10/04/2026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5711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Kiểm tra phần mềm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28/03/2026 – 03/04/2026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82420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Kiểm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tra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04/04/2026 – 10/04/2026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15999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Kiểm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(</a:t>
                      </a:r>
                      <a:r>
                        <a:rPr lang="en-US" sz="1200" b="1" u="none" strike="noStrike" dirty="0" err="1">
                          <a:effectLst/>
                        </a:rPr>
                        <a:t>lại</a:t>
                      </a:r>
                      <a:r>
                        <a:rPr lang="en-US" sz="1200" b="1" u="none" strike="noStrike" dirty="0">
                          <a:effectLst/>
                        </a:rPr>
                        <a:t>) </a:t>
                      </a:r>
                      <a:r>
                        <a:rPr lang="en-US" sz="1200" b="1" u="none" strike="noStrike" dirty="0" err="1">
                          <a:effectLst/>
                        </a:rPr>
                        <a:t>việc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hợp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11/04/2026 – 17/04/2026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90018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Thiết kế cơ khí và hệ đo thử nghiệm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18/04/2026 – 08/05/2026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35243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Thiết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kế</a:t>
                      </a:r>
                      <a:r>
                        <a:rPr lang="en-US" sz="1200" u="none" strike="noStrike" dirty="0">
                          <a:effectLst/>
                        </a:rPr>
                        <a:t> 3D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18/04/2026 – 24/04/2026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3779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Đặt</a:t>
                      </a:r>
                      <a:r>
                        <a:rPr lang="en-US" sz="1200" u="none" strike="noStrike" dirty="0">
                          <a:effectLst/>
                        </a:rPr>
                        <a:t> in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25/04/2026 – 01/05/2026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9938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Lắp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ráp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hệ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đo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thử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nghiệm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02/05/2026 – 08/05/2026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96912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Kiểm tra hệ đo và tư vấn chuyên gia/ bác sĩ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09/05/2026 – 15/05/2026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45815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Đo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nghiệm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nhân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và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thống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kê</a:t>
                      </a:r>
                      <a:r>
                        <a:rPr lang="en-US" sz="1200" b="1" u="none" strike="noStrike" dirty="0">
                          <a:effectLst/>
                        </a:rPr>
                        <a:t>, </a:t>
                      </a:r>
                      <a:r>
                        <a:rPr lang="en-US" sz="1200" b="1" u="none" strike="noStrike" dirty="0" err="1">
                          <a:effectLst/>
                        </a:rPr>
                        <a:t>đánh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giá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số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liệu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16/05/2026 – 05/06/2026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66334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Viết </a:t>
                      </a:r>
                      <a:r>
                        <a:rPr lang="en-US" sz="1200" b="1" u="none" strike="noStrike" dirty="0" err="1">
                          <a:effectLst/>
                        </a:rPr>
                        <a:t>báo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06/06/2026 – 03/07/2026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31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94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1D3E-E0D7-9F09-0018-F6BD987E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Kế hoạch tiếp theo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8649-25DA-342B-3BB4-75F31FDC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Tiếp tục nghiên cứu tài liệu về EIM</a:t>
            </a:r>
          </a:p>
          <a:p>
            <a:r>
              <a:rPr lang="vi-VN" dirty="0"/>
              <a:t>Mô phỏng nguyên lý hoạt động trên LT Spice </a:t>
            </a:r>
            <a:r>
              <a:rPr lang="vi-VN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deadline 13/12/2025)</a:t>
            </a:r>
            <a:endParaRPr lang="vi-VN" dirty="0">
              <a:solidFill>
                <a:srgbClr val="FF0000"/>
              </a:solidFill>
            </a:endParaRPr>
          </a:p>
          <a:p>
            <a:r>
              <a:rPr lang="vi-VN" dirty="0">
                <a:solidFill>
                  <a:srgbClr val="FF0000"/>
                </a:solidFill>
              </a:rPr>
              <a:t>Lên danh sách linh kiện (EIM + NIR + Ultrasound Probe)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EE37E-9A51-A642-9ABE-6501B606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198C6-32F5-0953-42B9-7E646211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9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452</Words>
  <Application>Microsoft Office PowerPoint</Application>
  <PresentationFormat>Widescreen</PresentationFormat>
  <Paragraphs>158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Aptos Display (Headings)</vt:lpstr>
      <vt:lpstr>Aptos Narrow</vt:lpstr>
      <vt:lpstr>Arial</vt:lpstr>
      <vt:lpstr>Wingdings</vt:lpstr>
      <vt:lpstr>Office Theme</vt:lpstr>
      <vt:lpstr>BÁO CÁO TIẾN ĐỘ TUẦN 1</vt:lpstr>
      <vt:lpstr>Tổng quan của hệ thống</vt:lpstr>
      <vt:lpstr>Ưu tiên 1: Mạch đo EIM</vt:lpstr>
      <vt:lpstr>Tiến độ chi tiết</vt:lpstr>
      <vt:lpstr>Kế hoạch tiếp theo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(MS/EAI12-VM);24C41002@student.hcmus.edu.vn</dc:creator>
  <cp:lastModifiedBy>Minh Khôi Võ Tấn</cp:lastModifiedBy>
  <cp:revision>1</cp:revision>
  <dcterms:created xsi:type="dcterms:W3CDTF">2025-10-30T03:42:52Z</dcterms:created>
  <dcterms:modified xsi:type="dcterms:W3CDTF">2025-12-07T07:08:25Z</dcterms:modified>
</cp:coreProperties>
</file>