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EB2F77-201F-861A-55E1-C8CA48A1C3B2}" v="12" dt="2026-03-02T06:31:13.3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0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38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nh Khôi Võ Tấn" userId="df010977c1c328cb" providerId="LiveId" clId="{021737E1-13EE-495B-A898-B29314BB33F8}"/>
    <pc:docChg chg="undo custSel modSld">
      <pc:chgData name="Minh Khôi Võ Tấn" userId="df010977c1c328cb" providerId="LiveId" clId="{021737E1-13EE-495B-A898-B29314BB33F8}" dt="2026-02-14T22:50:15.869" v="304" actId="14100"/>
      <pc:docMkLst>
        <pc:docMk/>
      </pc:docMkLst>
      <pc:sldChg chg="addSp delSp modSp mod">
        <pc:chgData name="Minh Khôi Võ Tấn" userId="df010977c1c328cb" providerId="LiveId" clId="{021737E1-13EE-495B-A898-B29314BB33F8}" dt="2026-02-14T22:50:15.869" v="304" actId="14100"/>
        <pc:sldMkLst>
          <pc:docMk/>
          <pc:sldMk cId="140083664" sldId="256"/>
        </pc:sldMkLst>
        <pc:spChg chg="add mod">
          <ac:chgData name="Minh Khôi Võ Tấn" userId="df010977c1c328cb" providerId="LiveId" clId="{021737E1-13EE-495B-A898-B29314BB33F8}" dt="2026-01-31T10:35:06.306" v="245"/>
          <ac:spMkLst>
            <pc:docMk/>
            <pc:sldMk cId="140083664" sldId="256"/>
            <ac:spMk id="2" creationId="{66042C76-D09B-20A4-8953-608CBA68EDE9}"/>
          </ac:spMkLst>
        </pc:spChg>
        <pc:spChg chg="mod">
          <ac:chgData name="Minh Khôi Võ Tấn" userId="df010977c1c328cb" providerId="LiveId" clId="{021737E1-13EE-495B-A898-B29314BB33F8}" dt="2026-01-31T10:37:06.297" v="278" actId="1076"/>
          <ac:spMkLst>
            <pc:docMk/>
            <pc:sldMk cId="140083664" sldId="256"/>
            <ac:spMk id="4" creationId="{1F647E94-2332-2EDF-9BE0-AC5703F663B7}"/>
          </ac:spMkLst>
        </pc:spChg>
        <pc:spChg chg="add mod">
          <ac:chgData name="Minh Khôi Võ Tấn" userId="df010977c1c328cb" providerId="LiveId" clId="{021737E1-13EE-495B-A898-B29314BB33F8}" dt="2026-01-31T10:30:04.760" v="244" actId="1076"/>
          <ac:spMkLst>
            <pc:docMk/>
            <pc:sldMk cId="140083664" sldId="256"/>
            <ac:spMk id="12" creationId="{575D50F9-F201-0308-BBA0-22383778699E}"/>
          </ac:spMkLst>
        </pc:spChg>
        <pc:spChg chg="mod">
          <ac:chgData name="Minh Khôi Võ Tấn" userId="df010977c1c328cb" providerId="LiveId" clId="{021737E1-13EE-495B-A898-B29314BB33F8}" dt="2026-01-31T10:40:24.368" v="293" actId="20577"/>
          <ac:spMkLst>
            <pc:docMk/>
            <pc:sldMk cId="140083664" sldId="256"/>
            <ac:spMk id="37" creationId="{CAC7B3F9-E06B-0982-126C-CDC88CC0ACC5}"/>
          </ac:spMkLst>
        </pc:spChg>
        <pc:spChg chg="add mod">
          <ac:chgData name="Minh Khôi Võ Tấn" userId="df010977c1c328cb" providerId="LiveId" clId="{021737E1-13EE-495B-A898-B29314BB33F8}" dt="2026-01-31T10:35:26.418" v="250" actId="1076"/>
          <ac:spMkLst>
            <pc:docMk/>
            <pc:sldMk cId="140083664" sldId="256"/>
            <ac:spMk id="41" creationId="{B37668D8-98F0-0857-689F-884F625471B3}"/>
          </ac:spMkLst>
        </pc:spChg>
        <pc:spChg chg="add mod">
          <ac:chgData name="Minh Khôi Võ Tấn" userId="df010977c1c328cb" providerId="LiveId" clId="{021737E1-13EE-495B-A898-B29314BB33F8}" dt="2026-01-31T10:30:01.221" v="243" actId="1076"/>
          <ac:spMkLst>
            <pc:docMk/>
            <pc:sldMk cId="140083664" sldId="256"/>
            <ac:spMk id="47" creationId="{80C8B94D-9A82-E4AE-EED6-4893B8929858}"/>
          </ac:spMkLst>
        </pc:spChg>
        <pc:spChg chg="add mod">
          <ac:chgData name="Minh Khôi Võ Tấn" userId="df010977c1c328cb" providerId="LiveId" clId="{021737E1-13EE-495B-A898-B29314BB33F8}" dt="2026-02-14T22:49:48.882" v="301" actId="1076"/>
          <ac:spMkLst>
            <pc:docMk/>
            <pc:sldMk cId="140083664" sldId="256"/>
            <ac:spMk id="65" creationId="{13A54711-D421-1C6B-7430-36C47D7F2FF8}"/>
          </ac:spMkLst>
        </pc:spChg>
        <pc:spChg chg="add mod">
          <ac:chgData name="Minh Khôi Võ Tấn" userId="df010977c1c328cb" providerId="LiveId" clId="{021737E1-13EE-495B-A898-B29314BB33F8}" dt="2026-01-31T10:29:35.638" v="241" actId="1076"/>
          <ac:spMkLst>
            <pc:docMk/>
            <pc:sldMk cId="140083664" sldId="256"/>
            <ac:spMk id="66" creationId="{2ECA735F-9D95-E4C8-DF01-E2CBD1CBE09E}"/>
          </ac:spMkLst>
        </pc:spChg>
        <pc:spChg chg="add mod">
          <ac:chgData name="Minh Khôi Võ Tấn" userId="df010977c1c328cb" providerId="LiveId" clId="{021737E1-13EE-495B-A898-B29314BB33F8}" dt="2026-01-31T10:36:41.581" v="271" actId="1076"/>
          <ac:spMkLst>
            <pc:docMk/>
            <pc:sldMk cId="140083664" sldId="256"/>
            <ac:spMk id="67" creationId="{431FF6C4-6071-4EC0-8630-EC13BF8E467E}"/>
          </ac:spMkLst>
        </pc:spChg>
        <pc:spChg chg="add mod">
          <ac:chgData name="Minh Khôi Võ Tấn" userId="df010977c1c328cb" providerId="LiveId" clId="{021737E1-13EE-495B-A898-B29314BB33F8}" dt="2026-01-31T10:36:05.931" v="264" actId="1076"/>
          <ac:spMkLst>
            <pc:docMk/>
            <pc:sldMk cId="140083664" sldId="256"/>
            <ac:spMk id="68" creationId="{2417A1AA-02C0-148A-27CD-937C6119B48A}"/>
          </ac:spMkLst>
        </pc:spChg>
        <pc:spChg chg="mod">
          <ac:chgData name="Minh Khôi Võ Tấn" userId="df010977c1c328cb" providerId="LiveId" clId="{021737E1-13EE-495B-A898-B29314BB33F8}" dt="2026-01-31T10:25:03.648" v="159" actId="1076"/>
          <ac:spMkLst>
            <pc:docMk/>
            <pc:sldMk cId="140083664" sldId="256"/>
            <ac:spMk id="82" creationId="{CAF01C07-758E-7BDD-9450-1770DDB861BA}"/>
          </ac:spMkLst>
        </pc:spChg>
        <pc:spChg chg="mod">
          <ac:chgData name="Minh Khôi Võ Tấn" userId="df010977c1c328cb" providerId="LiveId" clId="{021737E1-13EE-495B-A898-B29314BB33F8}" dt="2026-01-31T10:25:03.648" v="159" actId="1076"/>
          <ac:spMkLst>
            <pc:docMk/>
            <pc:sldMk cId="140083664" sldId="256"/>
            <ac:spMk id="83" creationId="{5B333FFC-78BE-46AF-C4A5-ED8EECB7AE72}"/>
          </ac:spMkLst>
        </pc:spChg>
        <pc:grpChg chg="mod">
          <ac:chgData name="Minh Khôi Võ Tấn" userId="df010977c1c328cb" providerId="LiveId" clId="{021737E1-13EE-495B-A898-B29314BB33F8}" dt="2026-01-31T10:24:58.665" v="158" actId="1076"/>
          <ac:grpSpMkLst>
            <pc:docMk/>
            <pc:sldMk cId="140083664" sldId="256"/>
            <ac:grpSpMk id="97" creationId="{B9DFD97E-2D56-0235-1CCC-2E3456212988}"/>
          </ac:grpSpMkLst>
        </pc:grpChg>
        <pc:cxnChg chg="add mod">
          <ac:chgData name="Minh Khôi Võ Tấn" userId="df010977c1c328cb" providerId="LiveId" clId="{021737E1-13EE-495B-A898-B29314BB33F8}" dt="2026-01-31T10:37:06.297" v="278" actId="1076"/>
          <ac:cxnSpMkLst>
            <pc:docMk/>
            <pc:sldMk cId="140083664" sldId="256"/>
            <ac:cxnSpMk id="40" creationId="{739C8237-7E86-AA61-CFB8-1EB27BA21E13}"/>
          </ac:cxnSpMkLst>
        </pc:cxnChg>
        <pc:cxnChg chg="add mod">
          <ac:chgData name="Minh Khôi Võ Tấn" userId="df010977c1c328cb" providerId="LiveId" clId="{021737E1-13EE-495B-A898-B29314BB33F8}" dt="2026-01-31T10:26:57.432" v="179" actId="1582"/>
          <ac:cxnSpMkLst>
            <pc:docMk/>
            <pc:sldMk cId="140083664" sldId="256"/>
            <ac:cxnSpMk id="49" creationId="{8CF5A91F-6315-7515-C328-C75778FC193D}"/>
          </ac:cxnSpMkLst>
        </pc:cxnChg>
        <pc:cxnChg chg="add mod">
          <ac:chgData name="Minh Khôi Võ Tấn" userId="df010977c1c328cb" providerId="LiveId" clId="{021737E1-13EE-495B-A898-B29314BB33F8}" dt="2026-01-31T10:27:22.379" v="183" actId="14100"/>
          <ac:cxnSpMkLst>
            <pc:docMk/>
            <pc:sldMk cId="140083664" sldId="256"/>
            <ac:cxnSpMk id="52" creationId="{840C6006-9B34-3A30-DDDA-B3A6DA181606}"/>
          </ac:cxnSpMkLst>
        </pc:cxnChg>
        <pc:cxnChg chg="add mod">
          <ac:chgData name="Minh Khôi Võ Tấn" userId="df010977c1c328cb" providerId="LiveId" clId="{021737E1-13EE-495B-A898-B29314BB33F8}" dt="2026-02-14T22:49:28.156" v="298" actId="14100"/>
          <ac:cxnSpMkLst>
            <pc:docMk/>
            <pc:sldMk cId="140083664" sldId="256"/>
            <ac:cxnSpMk id="57" creationId="{BAEE507D-642F-3262-48E6-02AC6B60F20D}"/>
          </ac:cxnSpMkLst>
        </pc:cxnChg>
        <pc:cxnChg chg="add mod">
          <ac:chgData name="Minh Khôi Võ Tấn" userId="df010977c1c328cb" providerId="LiveId" clId="{021737E1-13EE-495B-A898-B29314BB33F8}" dt="2026-02-14T22:49:23.159" v="297" actId="14100"/>
          <ac:cxnSpMkLst>
            <pc:docMk/>
            <pc:sldMk cId="140083664" sldId="256"/>
            <ac:cxnSpMk id="59" creationId="{F0170125-765C-734C-1E69-EC0EDC2601FD}"/>
          </ac:cxnSpMkLst>
        </pc:cxnChg>
        <pc:cxnChg chg="add mod">
          <ac:chgData name="Minh Khôi Võ Tấn" userId="df010977c1c328cb" providerId="LiveId" clId="{021737E1-13EE-495B-A898-B29314BB33F8}" dt="2026-02-14T22:49:40.784" v="300" actId="14100"/>
          <ac:cxnSpMkLst>
            <pc:docMk/>
            <pc:sldMk cId="140083664" sldId="256"/>
            <ac:cxnSpMk id="72" creationId="{8878041E-47E8-996A-5157-0DED2EFA98C7}"/>
          </ac:cxnSpMkLst>
        </pc:cxnChg>
        <pc:cxnChg chg="add mod">
          <ac:chgData name="Minh Khôi Võ Tấn" userId="df010977c1c328cb" providerId="LiveId" clId="{021737E1-13EE-495B-A898-B29314BB33F8}" dt="2026-02-14T22:49:37.722" v="299" actId="14100"/>
          <ac:cxnSpMkLst>
            <pc:docMk/>
            <pc:sldMk cId="140083664" sldId="256"/>
            <ac:cxnSpMk id="74" creationId="{1576FA09-C6F1-BF9E-EB69-F570434779D8}"/>
          </ac:cxnSpMkLst>
        </pc:cxnChg>
        <pc:cxnChg chg="add mod">
          <ac:chgData name="Minh Khôi Võ Tấn" userId="df010977c1c328cb" providerId="LiveId" clId="{021737E1-13EE-495B-A898-B29314BB33F8}" dt="2026-02-14T22:50:09.915" v="303" actId="14100"/>
          <ac:cxnSpMkLst>
            <pc:docMk/>
            <pc:sldMk cId="140083664" sldId="256"/>
            <ac:cxnSpMk id="78" creationId="{8A0B7F4D-07D5-67D9-C6C5-9313A69B211B}"/>
          </ac:cxnSpMkLst>
        </pc:cxnChg>
        <pc:cxnChg chg="add mod">
          <ac:chgData name="Minh Khôi Võ Tấn" userId="df010977c1c328cb" providerId="LiveId" clId="{021737E1-13EE-495B-A898-B29314BB33F8}" dt="2026-02-14T22:50:15.869" v="304" actId="14100"/>
          <ac:cxnSpMkLst>
            <pc:docMk/>
            <pc:sldMk cId="140083664" sldId="256"/>
            <ac:cxnSpMk id="81" creationId="{1ACD6AC2-4AEA-462F-6869-16D4A5A0B557}"/>
          </ac:cxnSpMkLst>
        </pc:cxnChg>
        <pc:cxnChg chg="mod">
          <ac:chgData name="Minh Khôi Võ Tấn" userId="df010977c1c328cb" providerId="LiveId" clId="{021737E1-13EE-495B-A898-B29314BB33F8}" dt="2026-01-31T10:24:58.665" v="158" actId="1076"/>
          <ac:cxnSpMkLst>
            <pc:docMk/>
            <pc:sldMk cId="140083664" sldId="256"/>
            <ac:cxnSpMk id="99" creationId="{8E9419EE-F41B-C97D-C6A3-C4D9B47025E7}"/>
          </ac:cxnSpMkLst>
        </pc:cxnChg>
      </pc:sldChg>
    </pc:docChg>
  </pc:docChgLst>
  <pc:docChgLst>
    <pc:chgData name="Minh Khôi Võ Tấn" userId="df010977c1c328cb" providerId="Windows Live" clId="Web-{CAEB2F77-201F-861A-55E1-C8CA48A1C3B2}"/>
    <pc:docChg chg="modSld">
      <pc:chgData name="Minh Khôi Võ Tấn" userId="df010977c1c328cb" providerId="Windows Live" clId="Web-{CAEB2F77-201F-861A-55E1-C8CA48A1C3B2}" dt="2026-03-02T06:31:13.300" v="8" actId="20577"/>
      <pc:docMkLst>
        <pc:docMk/>
      </pc:docMkLst>
      <pc:sldChg chg="modSp">
        <pc:chgData name="Minh Khôi Võ Tấn" userId="df010977c1c328cb" providerId="Windows Live" clId="Web-{CAEB2F77-201F-861A-55E1-C8CA48A1C3B2}" dt="2026-03-02T06:31:13.300" v="8" actId="20577"/>
        <pc:sldMkLst>
          <pc:docMk/>
          <pc:sldMk cId="140083664" sldId="256"/>
        </pc:sldMkLst>
        <pc:spChg chg="mod">
          <ac:chgData name="Minh Khôi Võ Tấn" userId="df010977c1c328cb" providerId="Windows Live" clId="Web-{CAEB2F77-201F-861A-55E1-C8CA48A1C3B2}" dt="2026-03-02T06:31:13.300" v="8" actId="20577"/>
          <ac:spMkLst>
            <pc:docMk/>
            <pc:sldMk cId="140083664" sldId="256"/>
            <ac:spMk id="22" creationId="{CC454D64-39D3-41F0-E59B-B019B51CB4D6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F3F81-FD65-979F-AE95-79145041BD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E41648-1A4D-00F4-A2A1-4856D94009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E0B764-A77F-0B08-D706-7DD52F2DF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2B9CA-B971-4B45-8D3D-FECD6A0DEDE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92E5F-6E05-426E-1C5C-FE5B5E34E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B6719E-2C6D-1865-7762-3995058F5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52CBB-D7FB-4F7E-9BDA-2ACC6235D9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8397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0043E-3CB2-85C9-CBAA-A19081637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2DD37B-A2DE-022E-C80C-5337ACEC3D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14FEF-04C0-E512-47E0-1B48A7FFF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2B9CA-B971-4B45-8D3D-FECD6A0DEDE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B34E71-B59F-7A33-9879-BF5E1B173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2F6C40-E7DA-FA49-06FB-D7EF6A38E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52CBB-D7FB-4F7E-9BDA-2ACC6235D9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994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65D57-8E61-98A4-EB75-7DC1EFCC7B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B6F745-4B08-B0DE-F0D0-26D7390994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1F50FB-C155-AFC9-A823-278D5008F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2B9CA-B971-4B45-8D3D-FECD6A0DEDE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D6AAFD-632A-7002-EDC9-635F3A7DAB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D34B9E-BAA3-7F3A-BFC0-B956EB328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52CBB-D7FB-4F7E-9BDA-2ACC6235D9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749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A990F-968D-7DD9-1B9F-4C050D33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107C58-5FC4-2CB8-EE62-08999E6899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56E768-540B-B0A8-A40B-5509E085D1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63ABAB-EE8C-AE6A-693C-4CF467515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2B9CA-B971-4B45-8D3D-FECD6A0DEDE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60FDA1-D17E-391B-6C07-3081E622B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435B9F-A7AB-4B79-629C-E67180C39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52CBB-D7FB-4F7E-9BDA-2ACC6235D9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757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D0691-8652-2215-3C4B-26DD644D1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D7F43-83A0-BF2A-2C60-145E2F18BA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E56245-3B82-E30D-0528-FEE4C5766A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35F6B4-A8FF-07C5-9B59-9585F0D45F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AE34F-7CFC-DD17-6179-3D4C9C01F7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8EA93EA-D88E-4396-6F2C-CBD132542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2B9CA-B971-4B45-8D3D-FECD6A0DEDE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E6E5546-320B-2BBC-EF5F-C382E918B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1AEE7E-B24D-0C4B-BE53-559D281D2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52CBB-D7FB-4F7E-9BDA-2ACC6235D9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611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1BCDD-6630-8898-B243-F63E650A6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C8C3-51AB-5291-3B7D-33541AECD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2B9CA-B971-4B45-8D3D-FECD6A0DEDE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7A2C13-3FEE-C40F-2FD8-215A5DFEF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6C1349-74DF-A04B-A4A7-7341929A3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52CBB-D7FB-4F7E-9BDA-2ACC6235D9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6461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FB915F-A18F-CB34-1E2E-FF5600988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2B9CA-B971-4B45-8D3D-FECD6A0DEDE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34B34F-F393-357D-05A6-CA83933F73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E4E275-FE53-5F89-1F81-48B74DF97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52CBB-D7FB-4F7E-9BDA-2ACC6235D9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2762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3EF03-A94E-123A-E777-496528050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A29DA-3556-ADAF-AAFC-8BC541A92D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9E844F-E725-AB45-0795-819057DD4F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3FC602-C5C8-7C9A-DC6A-019354AD3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2B9CA-B971-4B45-8D3D-FECD6A0DEDE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3C04CA-EEC4-5F32-1ACE-FF5E5E5DC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07D971-E78A-EC05-36CF-3A40FB0B5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52CBB-D7FB-4F7E-9BDA-2ACC6235D9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3997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DB443-C874-DA8E-47B6-C8C4B5D7D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3076AF-97FB-A5BB-DFEA-1880A6D279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2404E5-E6A9-7FB4-31FE-8023EB2FF4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2CFCC9-D573-FD7B-05FA-62444DB2B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2B9CA-B971-4B45-8D3D-FECD6A0DEDE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8F2796-6956-5BE1-2EFE-0DDE055F4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B358A3-0B82-0CF3-1006-F17C214DD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52CBB-D7FB-4F7E-9BDA-2ACC6235D9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64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EDE5B-C27C-326D-AD69-39C85D614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326F1D-12B4-0B8F-46DF-0165A00A90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4A3D6-3894-7DBC-91BC-FFFF9D84D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2B9CA-B971-4B45-8D3D-FECD6A0DEDE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7D3E1C-F19B-9E68-2AFC-4555B9406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9EA85-98ED-7DD4-E24A-7672BDD31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52CBB-D7FB-4F7E-9BDA-2ACC6235D9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8641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61D9AA-9C82-0175-8A69-5933D2A5ED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EABFD7-BE3B-E0E4-3B5E-3CBAEABFE9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47C959-B029-CBF9-4CF3-DD275B478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2B9CA-B971-4B45-8D3D-FECD6A0DEDE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16FD40-3D2D-D1BC-47F2-05228EEB1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932486-06FD-39C6-792A-3EE815F61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52CBB-D7FB-4F7E-9BDA-2ACC6235D9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888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440225-F952-221A-B432-93E86CA89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CF28F5-3966-7001-A19E-183C7D250E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ACC06D-D8D8-6F84-9207-B7A3B237AA0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D2B9CA-B971-4B45-8D3D-FECD6A0DEDE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CEAC74-15EF-8591-8725-119B54248A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23AF68-5D4D-1C10-C501-7D4C47E021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552CBB-D7FB-4F7E-9BDA-2ACC6235D9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928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F647E94-2332-2EDF-9BE0-AC5703F663B7}"/>
              </a:ext>
            </a:extLst>
          </p:cNvPr>
          <p:cNvSpPr/>
          <p:nvPr/>
        </p:nvSpPr>
        <p:spPr>
          <a:xfrm>
            <a:off x="2708368" y="4563438"/>
            <a:ext cx="1237047" cy="824099"/>
          </a:xfrm>
          <a:prstGeom prst="roundRect">
            <a:avLst>
              <a:gd name="adj" fmla="val 3111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vi-VN" dirty="0"/>
              <a:t>MCU</a:t>
            </a:r>
          </a:p>
          <a:p>
            <a:pPr algn="ctr"/>
            <a:r>
              <a:rPr lang="vi-VN" sz="1200" dirty="0"/>
              <a:t>STM32F411</a:t>
            </a:r>
            <a:endParaRPr lang="en-US" sz="12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6E06A4C-BA5C-A743-E89B-546E3506E9EF}"/>
              </a:ext>
            </a:extLst>
          </p:cNvPr>
          <p:cNvSpPr/>
          <p:nvPr/>
        </p:nvSpPr>
        <p:spPr>
          <a:xfrm>
            <a:off x="844663" y="1095891"/>
            <a:ext cx="1251857" cy="980915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vi-VN" dirty="0">
                <a:latin typeface="Arial"/>
                <a:cs typeface="Arial"/>
              </a:rPr>
              <a:t>DDS</a:t>
            </a:r>
            <a:br>
              <a:rPr lang="vi-VN" dirty="0">
                <a:latin typeface="Arial"/>
                <a:cs typeface="Arial"/>
              </a:rPr>
            </a:br>
            <a:r>
              <a:rPr lang="en-US" dirty="0">
                <a:latin typeface="Arial"/>
                <a:cs typeface="Arial"/>
              </a:rPr>
              <a:t>(</a:t>
            </a:r>
            <a:r>
              <a:rPr lang="vi-VN" sz="1400" dirty="0">
                <a:latin typeface="Arial"/>
                <a:cs typeface="Arial"/>
              </a:rPr>
              <a:t>AD9834</a:t>
            </a:r>
            <a:r>
              <a:rPr lang="en-US" sz="1400" dirty="0">
                <a:latin typeface="Arial"/>
                <a:cs typeface="Arial"/>
              </a:rPr>
              <a:t>)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BBA6943-D7BA-368A-BA6C-37B2235EB328}"/>
              </a:ext>
            </a:extLst>
          </p:cNvPr>
          <p:cNvSpPr/>
          <p:nvPr/>
        </p:nvSpPr>
        <p:spPr>
          <a:xfrm>
            <a:off x="711768" y="994860"/>
            <a:ext cx="1520948" cy="1677621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8" name="TextBox 42">
            <a:extLst>
              <a:ext uri="{FF2B5EF4-FFF2-40B4-BE49-F238E27FC236}">
                <a16:creationId xmlns:a16="http://schemas.microsoft.com/office/drawing/2014/main" id="{F9E22DE9-98BE-E4E1-A8F0-5066BDFDE13A}"/>
              </a:ext>
            </a:extLst>
          </p:cNvPr>
          <p:cNvSpPr txBox="1"/>
          <p:nvPr/>
        </p:nvSpPr>
        <p:spPr>
          <a:xfrm>
            <a:off x="992100" y="2113033"/>
            <a:ext cx="9569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vi-VN" sz="1400" dirty="0"/>
              <a:t>Sin-wave generator</a:t>
            </a:r>
            <a:endParaRPr lang="en-US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542DA1C-D8FB-4C33-3849-4FC2EEF366A9}"/>
              </a:ext>
            </a:extLst>
          </p:cNvPr>
          <p:cNvCxnSpPr>
            <a:cxnSpLocks/>
          </p:cNvCxnSpPr>
          <p:nvPr/>
        </p:nvCxnSpPr>
        <p:spPr>
          <a:xfrm>
            <a:off x="2232716" y="1586348"/>
            <a:ext cx="74119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3B25EB-C34E-C88C-170F-F45E813E9379}"/>
              </a:ext>
            </a:extLst>
          </p:cNvPr>
          <p:cNvCxnSpPr>
            <a:cxnSpLocks/>
          </p:cNvCxnSpPr>
          <p:nvPr/>
        </p:nvCxnSpPr>
        <p:spPr>
          <a:xfrm>
            <a:off x="2228102" y="2098966"/>
            <a:ext cx="745812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87" name="Group 86">
            <a:extLst>
              <a:ext uri="{FF2B5EF4-FFF2-40B4-BE49-F238E27FC236}">
                <a16:creationId xmlns:a16="http://schemas.microsoft.com/office/drawing/2014/main" id="{26001C59-ECDE-9E84-8608-75527115B637}"/>
              </a:ext>
            </a:extLst>
          </p:cNvPr>
          <p:cNvGrpSpPr/>
          <p:nvPr/>
        </p:nvGrpSpPr>
        <p:grpSpPr>
          <a:xfrm>
            <a:off x="2922871" y="1156494"/>
            <a:ext cx="1370884" cy="1354347"/>
            <a:chOff x="2362154" y="1156494"/>
            <a:chExt cx="1370884" cy="1354347"/>
          </a:xfrm>
        </p:grpSpPr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E3BA2918-99D4-43DF-A73F-F3B06C34C15E}"/>
                </a:ext>
              </a:extLst>
            </p:cNvPr>
            <p:cNvSpPr/>
            <p:nvPr/>
          </p:nvSpPr>
          <p:spPr>
            <a:xfrm rot="5400000">
              <a:off x="2395944" y="1173747"/>
              <a:ext cx="1354347" cy="1319841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C454D64-39D3-41F0-E59B-B019B51CB4D6}"/>
                </a:ext>
              </a:extLst>
            </p:cNvPr>
            <p:cNvSpPr txBox="1"/>
            <p:nvPr/>
          </p:nvSpPr>
          <p:spPr>
            <a:xfrm>
              <a:off x="2362154" y="1544967"/>
              <a:ext cx="1052823" cy="692497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vi-VN" sz="1400" dirty="0" err="1">
                  <a:solidFill>
                    <a:schemeClr val="bg1"/>
                  </a:solidFill>
                  <a:latin typeface="Arial"/>
                  <a:cs typeface="Arial"/>
                </a:rPr>
                <a:t>Differential</a:t>
              </a:r>
              <a:r>
                <a:rPr lang="vi-VN" sz="1400" dirty="0">
                  <a:solidFill>
                    <a:schemeClr val="bg1"/>
                  </a:solidFill>
                  <a:latin typeface="Arial"/>
                  <a:cs typeface="Arial"/>
                </a:rPr>
                <a:t> </a:t>
              </a:r>
              <a:r>
                <a:rPr lang="vi-VN" sz="1400" dirty="0" err="1">
                  <a:solidFill>
                    <a:schemeClr val="bg1"/>
                  </a:solidFill>
                  <a:latin typeface="Arial"/>
                  <a:cs typeface="Arial"/>
                </a:rPr>
                <a:t>Amplifier</a:t>
              </a:r>
              <a:br>
                <a:rPr lang="vi-VN" sz="1400" dirty="0"/>
              </a:br>
              <a:endParaRPr lang="en-US" sz="1100">
                <a:solidFill>
                  <a:schemeClr val="bg1"/>
                </a:solidFill>
                <a:latin typeface="Aptos"/>
              </a:endParaRP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D81D9A0-B7E7-552F-2DA6-DDAEC386227A}"/>
              </a:ext>
            </a:extLst>
          </p:cNvPr>
          <p:cNvSpPr txBox="1"/>
          <p:nvPr/>
        </p:nvSpPr>
        <p:spPr>
          <a:xfrm>
            <a:off x="2337719" y="1231836"/>
            <a:ext cx="4962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dirty="0"/>
              <a:t>Vp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BCAFD0-9935-FD31-A2B4-82954175274A}"/>
              </a:ext>
            </a:extLst>
          </p:cNvPr>
          <p:cNvSpPr txBox="1"/>
          <p:nvPr/>
        </p:nvSpPr>
        <p:spPr>
          <a:xfrm>
            <a:off x="2328902" y="1794787"/>
            <a:ext cx="4962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dirty="0"/>
              <a:t>Vn</a:t>
            </a:r>
            <a:endParaRPr lang="en-US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00DA2FF-7C0C-9F4F-2FE7-0C75081109BC}"/>
              </a:ext>
            </a:extLst>
          </p:cNvPr>
          <p:cNvCxnSpPr>
            <a:cxnSpLocks/>
            <a:stCxn id="17" idx="0"/>
            <a:endCxn id="71" idx="1"/>
          </p:cNvCxnSpPr>
          <p:nvPr/>
        </p:nvCxnSpPr>
        <p:spPr>
          <a:xfrm>
            <a:off x="4293755" y="1833668"/>
            <a:ext cx="974509" cy="557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83E11A0C-0164-83BD-46D0-C2B6A80CDCCF}"/>
              </a:ext>
            </a:extLst>
          </p:cNvPr>
          <p:cNvSpPr txBox="1"/>
          <p:nvPr/>
        </p:nvSpPr>
        <p:spPr>
          <a:xfrm>
            <a:off x="4566246" y="1556668"/>
            <a:ext cx="5824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dirty="0"/>
              <a:t>V_out</a:t>
            </a:r>
            <a:endParaRPr 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D8F9B58-6BEE-CC97-AEB2-28DC31016998}"/>
              </a:ext>
            </a:extLst>
          </p:cNvPr>
          <p:cNvSpPr txBox="1"/>
          <p:nvPr/>
        </p:nvSpPr>
        <p:spPr>
          <a:xfrm>
            <a:off x="4217076" y="1830593"/>
            <a:ext cx="1135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dirty="0"/>
              <a:t>Single-Ended</a:t>
            </a:r>
            <a:endParaRPr lang="en-US" sz="1200" dirty="0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CAC7B3F9-E06B-0982-126C-CDC88CC0ACC5}"/>
              </a:ext>
            </a:extLst>
          </p:cNvPr>
          <p:cNvSpPr/>
          <p:nvPr/>
        </p:nvSpPr>
        <p:spPr>
          <a:xfrm>
            <a:off x="7561856" y="1491960"/>
            <a:ext cx="1319841" cy="68202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vi-VN" sz="1100" dirty="0"/>
              <a:t>Voltage Controlled Current Source</a:t>
            </a:r>
            <a:br>
              <a:rPr lang="vi-VN" sz="1100" dirty="0"/>
            </a:br>
            <a:r>
              <a:rPr lang="vi-VN" sz="1100" dirty="0"/>
              <a:t>(VCCS)</a:t>
            </a:r>
            <a:endParaRPr lang="en-US" sz="1100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0531F21-D171-3126-8053-92011EAAB27C}"/>
              </a:ext>
            </a:extLst>
          </p:cNvPr>
          <p:cNvCxnSpPr>
            <a:cxnSpLocks/>
            <a:stCxn id="71" idx="3"/>
            <a:endCxn id="37" idx="1"/>
          </p:cNvCxnSpPr>
          <p:nvPr/>
        </p:nvCxnSpPr>
        <p:spPr>
          <a:xfrm flipV="1">
            <a:off x="6588105" y="1832974"/>
            <a:ext cx="973751" cy="627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F7D1A2F7-35B9-591B-6CF0-6B7B816458D5}"/>
              </a:ext>
            </a:extLst>
          </p:cNvPr>
          <p:cNvSpPr txBox="1"/>
          <p:nvPr/>
        </p:nvSpPr>
        <p:spPr>
          <a:xfrm>
            <a:off x="6659405" y="1562248"/>
            <a:ext cx="12352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V(sin_filt)</a:t>
            </a:r>
            <a:r>
              <a:rPr lang="vi-VN" sz="12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​</a:t>
            </a:r>
            <a:endParaRPr lang="en-US" sz="1200" dirty="0"/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007A6540-2AB3-E37A-1814-A4E40E3E6317}"/>
              </a:ext>
            </a:extLst>
          </p:cNvPr>
          <p:cNvSpPr/>
          <p:nvPr/>
        </p:nvSpPr>
        <p:spPr>
          <a:xfrm>
            <a:off x="5268264" y="1498233"/>
            <a:ext cx="1319841" cy="682028"/>
          </a:xfrm>
          <a:prstGeom prst="roundRect">
            <a:avLst/>
          </a:prstGeom>
          <a:ln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vi-VN" sz="1600" dirty="0">
                <a:solidFill>
                  <a:schemeClr val="tx1"/>
                </a:solidFill>
              </a:rPr>
              <a:t>LPF + HPF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E9651F2-144F-8F78-5F1D-054D77ED7758}"/>
              </a:ext>
            </a:extLst>
          </p:cNvPr>
          <p:cNvSpPr txBox="1"/>
          <p:nvPr/>
        </p:nvSpPr>
        <p:spPr>
          <a:xfrm>
            <a:off x="8909915" y="1566546"/>
            <a:ext cx="86109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I</a:t>
            </a:r>
            <a:r>
              <a:rPr lang="vi-VN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(sin_filt)</a:t>
            </a:r>
            <a:r>
              <a:rPr lang="vi-VN" sz="12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​</a:t>
            </a:r>
            <a:endParaRPr lang="en-US" sz="1200" dirty="0"/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CAF01C07-758E-7BDD-9450-1770DDB861BA}"/>
              </a:ext>
            </a:extLst>
          </p:cNvPr>
          <p:cNvSpPr/>
          <p:nvPr/>
        </p:nvSpPr>
        <p:spPr>
          <a:xfrm>
            <a:off x="10034753" y="4381475"/>
            <a:ext cx="1168386" cy="416281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vi-VN" dirty="0"/>
              <a:t>V_tissue</a:t>
            </a:r>
          </a:p>
        </p:txBody>
      </p: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5B333FFC-78BE-46AF-C4A5-ED8EECB7AE72}"/>
              </a:ext>
            </a:extLst>
          </p:cNvPr>
          <p:cNvSpPr/>
          <p:nvPr/>
        </p:nvSpPr>
        <p:spPr>
          <a:xfrm>
            <a:off x="10043966" y="5112053"/>
            <a:ext cx="1168386" cy="416281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vi-VN" dirty="0"/>
              <a:t>V_</a:t>
            </a:r>
            <a:r>
              <a:rPr lang="en-US" dirty="0"/>
              <a:t>ref</a:t>
            </a:r>
            <a:endParaRPr lang="vi-VN" dirty="0"/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B9DFD97E-2D56-0235-1CCC-2E3456212988}"/>
              </a:ext>
            </a:extLst>
          </p:cNvPr>
          <p:cNvGrpSpPr/>
          <p:nvPr/>
        </p:nvGrpSpPr>
        <p:grpSpPr>
          <a:xfrm>
            <a:off x="10232513" y="953778"/>
            <a:ext cx="754439" cy="1770938"/>
            <a:chOff x="9921437" y="951951"/>
            <a:chExt cx="754439" cy="1770938"/>
          </a:xfrm>
        </p:grpSpPr>
        <p:sp>
          <p:nvSpPr>
            <p:cNvPr id="77" name="Rectangle: Rounded Corners 76">
              <a:extLst>
                <a:ext uri="{FF2B5EF4-FFF2-40B4-BE49-F238E27FC236}">
                  <a16:creationId xmlns:a16="http://schemas.microsoft.com/office/drawing/2014/main" id="{3556F17B-1678-F655-16EC-9413B4DFD228}"/>
                </a:ext>
              </a:extLst>
            </p:cNvPr>
            <p:cNvSpPr/>
            <p:nvPr/>
          </p:nvSpPr>
          <p:spPr>
            <a:xfrm rot="5400000">
              <a:off x="9413188" y="1460200"/>
              <a:ext cx="1770938" cy="754439"/>
            </a:xfrm>
            <a:prstGeom prst="roundRect">
              <a:avLst>
                <a:gd name="adj" fmla="val 50000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1400" dirty="0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E70BC33B-DD47-B082-43E5-64D8F9E9E511}"/>
                </a:ext>
              </a:extLst>
            </p:cNvPr>
            <p:cNvSpPr/>
            <p:nvPr/>
          </p:nvSpPr>
          <p:spPr>
            <a:xfrm>
              <a:off x="10178723" y="1091988"/>
              <a:ext cx="258297" cy="25829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E58477B0-46D4-B4C7-4297-DD9910FFF907}"/>
                </a:ext>
              </a:extLst>
            </p:cNvPr>
            <p:cNvSpPr/>
            <p:nvPr/>
          </p:nvSpPr>
          <p:spPr>
            <a:xfrm>
              <a:off x="10178722" y="1438069"/>
              <a:ext cx="258297" cy="25829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D4DB5D3E-5FAC-4CF9-0E24-F71CC7D36901}"/>
                </a:ext>
              </a:extLst>
            </p:cNvPr>
            <p:cNvSpPr/>
            <p:nvPr/>
          </p:nvSpPr>
          <p:spPr>
            <a:xfrm>
              <a:off x="10178723" y="1966001"/>
              <a:ext cx="258297" cy="25829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2DCB7B01-B674-7994-4067-D2C1F744101A}"/>
                </a:ext>
              </a:extLst>
            </p:cNvPr>
            <p:cNvSpPr/>
            <p:nvPr/>
          </p:nvSpPr>
          <p:spPr>
            <a:xfrm>
              <a:off x="10178722" y="2312082"/>
              <a:ext cx="258297" cy="25829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8E9419EE-F41B-C97D-C6A3-C4D9B47025E7}"/>
              </a:ext>
            </a:extLst>
          </p:cNvPr>
          <p:cNvCxnSpPr>
            <a:stCxn id="37" idx="3"/>
            <a:endCxn id="77" idx="2"/>
          </p:cNvCxnSpPr>
          <p:nvPr/>
        </p:nvCxnSpPr>
        <p:spPr>
          <a:xfrm>
            <a:off x="8881697" y="1832974"/>
            <a:ext cx="1350817" cy="627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6042C76-D09B-20A4-8953-608CBA68EDE9}"/>
              </a:ext>
            </a:extLst>
          </p:cNvPr>
          <p:cNvSpPr/>
          <p:nvPr/>
        </p:nvSpPr>
        <p:spPr>
          <a:xfrm>
            <a:off x="7561856" y="4613724"/>
            <a:ext cx="1319841" cy="68202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dirty="0"/>
              <a:t>Gain/Phase Detector</a:t>
            </a:r>
            <a:br>
              <a:rPr lang="vi-VN" sz="1100" dirty="0"/>
            </a:br>
            <a:r>
              <a:rPr lang="vi-VN" sz="1100" dirty="0"/>
              <a:t>(</a:t>
            </a:r>
            <a:r>
              <a:rPr lang="en-US" sz="1100" dirty="0"/>
              <a:t>AD8302 </a:t>
            </a:r>
            <a:r>
              <a:rPr lang="vi-VN" sz="1100" dirty="0"/>
              <a:t>)</a:t>
            </a:r>
            <a:endParaRPr lang="en-US" sz="11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75D50F9-F201-0308-BBA0-22383778699E}"/>
              </a:ext>
            </a:extLst>
          </p:cNvPr>
          <p:cNvSpPr/>
          <p:nvPr/>
        </p:nvSpPr>
        <p:spPr>
          <a:xfrm>
            <a:off x="9612940" y="795060"/>
            <a:ext cx="2067887" cy="5387128"/>
          </a:xfrm>
          <a:prstGeom prst="roundRect">
            <a:avLst/>
          </a:prstGeom>
          <a:noFill/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39C8237-7E86-AA61-CFB8-1EB27BA21E13}"/>
              </a:ext>
            </a:extLst>
          </p:cNvPr>
          <p:cNvCxnSpPr>
            <a:stCxn id="4" idx="1"/>
            <a:endCxn id="7" idx="2"/>
          </p:cNvCxnSpPr>
          <p:nvPr/>
        </p:nvCxnSpPr>
        <p:spPr>
          <a:xfrm rot="10800000">
            <a:off x="1472242" y="2672482"/>
            <a:ext cx="1236126" cy="2303007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B37668D8-98F0-0857-689F-884F625471B3}"/>
              </a:ext>
            </a:extLst>
          </p:cNvPr>
          <p:cNvSpPr txBox="1"/>
          <p:nvPr/>
        </p:nvSpPr>
        <p:spPr>
          <a:xfrm>
            <a:off x="1756716" y="4589615"/>
            <a:ext cx="728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dirty="0"/>
              <a:t>SPI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0C8B94D-9A82-E4AE-EED6-4893B8929858}"/>
              </a:ext>
            </a:extLst>
          </p:cNvPr>
          <p:cNvSpPr txBox="1"/>
          <p:nvPr/>
        </p:nvSpPr>
        <p:spPr>
          <a:xfrm>
            <a:off x="10269971" y="5812856"/>
            <a:ext cx="8524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dirty="0"/>
              <a:t>LOAD</a:t>
            </a:r>
            <a:endParaRPr lang="en-US" dirty="0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8CF5A91F-6315-7515-C328-C75778FC193D}"/>
              </a:ext>
            </a:extLst>
          </p:cNvPr>
          <p:cNvCxnSpPr>
            <a:stCxn id="77" idx="0"/>
            <a:endCxn id="82" idx="3"/>
          </p:cNvCxnSpPr>
          <p:nvPr/>
        </p:nvCxnSpPr>
        <p:spPr>
          <a:xfrm>
            <a:off x="10986953" y="1839247"/>
            <a:ext cx="216186" cy="2750369"/>
          </a:xfrm>
          <a:prstGeom prst="bentConnector3">
            <a:avLst>
              <a:gd name="adj1" fmla="val 253054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840C6006-9B34-3A30-DDDA-B3A6DA181606}"/>
              </a:ext>
            </a:extLst>
          </p:cNvPr>
          <p:cNvCxnSpPr>
            <a:stCxn id="77" idx="0"/>
            <a:endCxn id="83" idx="3"/>
          </p:cNvCxnSpPr>
          <p:nvPr/>
        </p:nvCxnSpPr>
        <p:spPr>
          <a:xfrm>
            <a:off x="10986953" y="1839247"/>
            <a:ext cx="225399" cy="3480947"/>
          </a:xfrm>
          <a:prstGeom prst="bentConnector3">
            <a:avLst>
              <a:gd name="adj1" fmla="val 246538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BAEE507D-642F-3262-48E6-02AC6B60F20D}"/>
              </a:ext>
            </a:extLst>
          </p:cNvPr>
          <p:cNvCxnSpPr>
            <a:cxnSpLocks/>
            <a:stCxn id="82" idx="1"/>
          </p:cNvCxnSpPr>
          <p:nvPr/>
        </p:nvCxnSpPr>
        <p:spPr>
          <a:xfrm rot="10800000" flipV="1">
            <a:off x="8881697" y="4589615"/>
            <a:ext cx="1153057" cy="234877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F0170125-765C-734C-1E69-EC0EDC2601FD}"/>
              </a:ext>
            </a:extLst>
          </p:cNvPr>
          <p:cNvCxnSpPr>
            <a:cxnSpLocks/>
            <a:stCxn id="83" idx="1"/>
          </p:cNvCxnSpPr>
          <p:nvPr/>
        </p:nvCxnSpPr>
        <p:spPr>
          <a:xfrm rot="10800000">
            <a:off x="8881696" y="5112054"/>
            <a:ext cx="1162270" cy="208141"/>
          </a:xfrm>
          <a:prstGeom prst="bentConnector3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13A54711-D421-1C6B-7430-36C47D7F2FF8}"/>
              </a:ext>
            </a:extLst>
          </p:cNvPr>
          <p:cNvSpPr txBox="1"/>
          <p:nvPr/>
        </p:nvSpPr>
        <p:spPr>
          <a:xfrm>
            <a:off x="3945414" y="3756490"/>
            <a:ext cx="728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dirty="0"/>
              <a:t>DAC</a:t>
            </a:r>
            <a:endParaRPr lang="en-US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ECA735F-9D95-E4C8-DF01-E2CBD1CBE09E}"/>
              </a:ext>
            </a:extLst>
          </p:cNvPr>
          <p:cNvSpPr txBox="1"/>
          <p:nvPr/>
        </p:nvSpPr>
        <p:spPr>
          <a:xfrm>
            <a:off x="10217574" y="2672481"/>
            <a:ext cx="9261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dirty="0"/>
              <a:t>Tetrapolar electrodes</a:t>
            </a:r>
            <a:endParaRPr lang="en-US" sz="1200" dirty="0"/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431FF6C4-6071-4EC0-8630-EC13BF8E467E}"/>
              </a:ext>
            </a:extLst>
          </p:cNvPr>
          <p:cNvSpPr/>
          <p:nvPr/>
        </p:nvSpPr>
        <p:spPr>
          <a:xfrm>
            <a:off x="5319427" y="5151399"/>
            <a:ext cx="1393007" cy="33758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Vphs_DC</a:t>
            </a:r>
            <a:endParaRPr lang="vi-VN" sz="1600" dirty="0"/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2417A1AA-02C0-148A-27CD-937C6119B48A}"/>
              </a:ext>
            </a:extLst>
          </p:cNvPr>
          <p:cNvSpPr/>
          <p:nvPr/>
        </p:nvSpPr>
        <p:spPr>
          <a:xfrm>
            <a:off x="5319428" y="4438906"/>
            <a:ext cx="1393007" cy="35885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Vmag_</a:t>
            </a:r>
            <a:r>
              <a:rPr lang="vi-VN" sz="1400" dirty="0"/>
              <a:t>DC~ |Z|</a:t>
            </a: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8878041E-47E8-996A-5157-0DED2EFA98C7}"/>
              </a:ext>
            </a:extLst>
          </p:cNvPr>
          <p:cNvCxnSpPr>
            <a:cxnSpLocks/>
            <a:endCxn id="68" idx="3"/>
          </p:cNvCxnSpPr>
          <p:nvPr/>
        </p:nvCxnSpPr>
        <p:spPr>
          <a:xfrm rot="10800000">
            <a:off x="6712435" y="4618331"/>
            <a:ext cx="849420" cy="203534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1576FA09-C6F1-BF9E-EB69-F570434779D8}"/>
              </a:ext>
            </a:extLst>
          </p:cNvPr>
          <p:cNvCxnSpPr>
            <a:cxnSpLocks/>
            <a:endCxn id="67" idx="3"/>
          </p:cNvCxnSpPr>
          <p:nvPr/>
        </p:nvCxnSpPr>
        <p:spPr>
          <a:xfrm rot="10800000" flipV="1">
            <a:off x="6712434" y="5125245"/>
            <a:ext cx="849422" cy="194947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8A0B7F4D-07D5-67D9-C6C5-9313A69B211B}"/>
              </a:ext>
            </a:extLst>
          </p:cNvPr>
          <p:cNvCxnSpPr>
            <a:cxnSpLocks/>
            <a:stCxn id="68" idx="1"/>
          </p:cNvCxnSpPr>
          <p:nvPr/>
        </p:nvCxnSpPr>
        <p:spPr>
          <a:xfrm rot="10800000" flipV="1">
            <a:off x="3944494" y="4618330"/>
            <a:ext cx="1374934" cy="179425"/>
          </a:xfrm>
          <a:prstGeom prst="bentConnector3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1ACD6AC2-4AEA-462F-6869-16D4A5A0B557}"/>
              </a:ext>
            </a:extLst>
          </p:cNvPr>
          <p:cNvCxnSpPr>
            <a:cxnSpLocks/>
            <a:stCxn id="67" idx="1"/>
          </p:cNvCxnSpPr>
          <p:nvPr/>
        </p:nvCxnSpPr>
        <p:spPr>
          <a:xfrm rot="10800000">
            <a:off x="3944493" y="5151399"/>
            <a:ext cx="1374934" cy="168794"/>
          </a:xfrm>
          <a:prstGeom prst="bentConnector3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0836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C7229-4469-7BA6-FE7F-CA881DF5C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>
                <a:latin typeface="Aptos" panose="020B0004020202020204" pitchFamily="34" charset="0"/>
              </a:rPr>
              <a:t>Power block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1DA5A0-F6F3-814A-18B8-EAA7C7E3D22C}"/>
              </a:ext>
            </a:extLst>
          </p:cNvPr>
          <p:cNvSpPr/>
          <p:nvPr/>
        </p:nvSpPr>
        <p:spPr>
          <a:xfrm>
            <a:off x="838200" y="2241550"/>
            <a:ext cx="901700" cy="654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>
                <a:solidFill>
                  <a:schemeClr val="tx1"/>
                </a:solidFill>
              </a:rPr>
              <a:t>12V input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17C31E-3F3F-55F0-1F86-82E175C6377D}"/>
              </a:ext>
            </a:extLst>
          </p:cNvPr>
          <p:cNvSpPr/>
          <p:nvPr/>
        </p:nvSpPr>
        <p:spPr>
          <a:xfrm>
            <a:off x="3028950" y="2241550"/>
            <a:ext cx="977900" cy="654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400" dirty="0">
                <a:solidFill>
                  <a:schemeClr val="tx1"/>
                </a:solidFill>
              </a:rPr>
              <a:t>+5V_Pre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0C84973-1939-A859-DF2A-7DB624B50ECD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1739900" y="2568575"/>
            <a:ext cx="12890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1A6CF2D-87E3-C9F6-12B3-89EAE074EEBA}"/>
              </a:ext>
            </a:extLst>
          </p:cNvPr>
          <p:cNvSpPr txBox="1"/>
          <p:nvPr/>
        </p:nvSpPr>
        <p:spPr>
          <a:xfrm>
            <a:off x="1835150" y="2340059"/>
            <a:ext cx="1289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ADP2303-5.0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34824-264A-AD92-708E-D40DC3A65104}"/>
              </a:ext>
            </a:extLst>
          </p:cNvPr>
          <p:cNvSpPr/>
          <p:nvPr/>
        </p:nvSpPr>
        <p:spPr>
          <a:xfrm>
            <a:off x="3028951" y="5838825"/>
            <a:ext cx="977900" cy="654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400" dirty="0">
                <a:solidFill>
                  <a:schemeClr val="tx1"/>
                </a:solidFill>
              </a:rPr>
              <a:t>+5V_</a:t>
            </a:r>
            <a:r>
              <a:rPr lang="en-US" sz="1400" dirty="0">
                <a:solidFill>
                  <a:schemeClr val="tx1"/>
                </a:solidFill>
              </a:rPr>
              <a:t>Ana</a:t>
            </a:r>
            <a:endParaRPr lang="vi-VN" sz="1400" dirty="0">
              <a:solidFill>
                <a:schemeClr val="tx1"/>
              </a:solidFill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8AAC0FA6-2A40-E173-AD94-4CFFEEBFB994}"/>
              </a:ext>
            </a:extLst>
          </p:cNvPr>
          <p:cNvCxnSpPr>
            <a:stCxn id="4" idx="2"/>
            <a:endCxn id="8" idx="1"/>
          </p:cNvCxnSpPr>
          <p:nvPr/>
        </p:nvCxnSpPr>
        <p:spPr>
          <a:xfrm rot="16200000" flipH="1">
            <a:off x="523875" y="3660774"/>
            <a:ext cx="3270250" cy="173990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4DB196C-47AA-6B83-3BAB-EE8FC2EFFFD0}"/>
              </a:ext>
            </a:extLst>
          </p:cNvPr>
          <p:cNvSpPr txBox="1"/>
          <p:nvPr/>
        </p:nvSpPr>
        <p:spPr>
          <a:xfrm>
            <a:off x="1854200" y="5913864"/>
            <a:ext cx="10604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ADP7142-5.0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7BC14C-3D47-1942-B5BC-D68F57FE2A58}"/>
              </a:ext>
            </a:extLst>
          </p:cNvPr>
          <p:cNvSpPr/>
          <p:nvPr/>
        </p:nvSpPr>
        <p:spPr>
          <a:xfrm>
            <a:off x="5391150" y="2241550"/>
            <a:ext cx="1866900" cy="654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3V3_CLK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and DVDD of AD9834</a:t>
            </a:r>
            <a:endParaRPr lang="vi-VN" sz="1400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80C47E5-9585-BAB8-ECEA-A244361D5E49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4006850" y="2568575"/>
            <a:ext cx="13843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D4CD196-0ECB-6ED3-1483-02955717E83D}"/>
              </a:ext>
            </a:extLst>
          </p:cNvPr>
          <p:cNvSpPr txBox="1"/>
          <p:nvPr/>
        </p:nvSpPr>
        <p:spPr>
          <a:xfrm>
            <a:off x="4171950" y="2340059"/>
            <a:ext cx="10541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ADP7118-3.3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301B36B3-E979-92ED-BCC9-F8D2E05B41B6}"/>
              </a:ext>
            </a:extLst>
          </p:cNvPr>
          <p:cNvCxnSpPr>
            <a:cxnSpLocks/>
            <a:stCxn id="5" idx="2"/>
            <a:endCxn id="15" idx="1"/>
          </p:cNvCxnSpPr>
          <p:nvPr/>
        </p:nvCxnSpPr>
        <p:spPr>
          <a:xfrm rot="16200000" flipH="1">
            <a:off x="4117975" y="2295525"/>
            <a:ext cx="673100" cy="187325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5E4681BF-9ACB-3D8E-EAFE-F0B164BAEAB6}"/>
              </a:ext>
            </a:extLst>
          </p:cNvPr>
          <p:cNvSpPr/>
          <p:nvPr/>
        </p:nvSpPr>
        <p:spPr>
          <a:xfrm>
            <a:off x="5391150" y="3241675"/>
            <a:ext cx="1866900" cy="654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400" dirty="0">
                <a:solidFill>
                  <a:schemeClr val="tx1"/>
                </a:solidFill>
              </a:rPr>
              <a:t>MCU power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EFF121-554F-FA1B-6B4D-3795A7250849}"/>
              </a:ext>
            </a:extLst>
          </p:cNvPr>
          <p:cNvSpPr txBox="1"/>
          <p:nvPr/>
        </p:nvSpPr>
        <p:spPr>
          <a:xfrm>
            <a:off x="4171950" y="3305259"/>
            <a:ext cx="10541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TPS7A2033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2AF7FB6-B41B-6F26-1A45-B71023847DAB}"/>
              </a:ext>
            </a:extLst>
          </p:cNvPr>
          <p:cNvSpPr/>
          <p:nvPr/>
        </p:nvSpPr>
        <p:spPr>
          <a:xfrm>
            <a:off x="5391150" y="4241800"/>
            <a:ext cx="1866900" cy="654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400" dirty="0">
                <a:solidFill>
                  <a:schemeClr val="tx1"/>
                </a:solidFill>
              </a:rPr>
              <a:t>-5V Raw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177DA1C4-08E5-AC62-F6AB-1D26E243950E}"/>
              </a:ext>
            </a:extLst>
          </p:cNvPr>
          <p:cNvCxnSpPr>
            <a:stCxn id="5" idx="2"/>
            <a:endCxn id="31" idx="1"/>
          </p:cNvCxnSpPr>
          <p:nvPr/>
        </p:nvCxnSpPr>
        <p:spPr>
          <a:xfrm rot="16200000" flipH="1">
            <a:off x="3617913" y="2795587"/>
            <a:ext cx="1673225" cy="187325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4F8C862B-3405-EDAD-86DF-A60992373E35}"/>
              </a:ext>
            </a:extLst>
          </p:cNvPr>
          <p:cNvSpPr txBox="1"/>
          <p:nvPr/>
        </p:nvSpPr>
        <p:spPr>
          <a:xfrm>
            <a:off x="4292600" y="4316838"/>
            <a:ext cx="812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ADP5070 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9795A88-C21E-4A1B-CDC1-6650ACA9A5E6}"/>
              </a:ext>
            </a:extLst>
          </p:cNvPr>
          <p:cNvSpPr/>
          <p:nvPr/>
        </p:nvSpPr>
        <p:spPr>
          <a:xfrm>
            <a:off x="8686799" y="4241800"/>
            <a:ext cx="1866900" cy="654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400" dirty="0">
                <a:solidFill>
                  <a:schemeClr val="tx1"/>
                </a:solidFill>
              </a:rPr>
              <a:t>-5V Ana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82A7728-C182-301B-F51A-355AE4B3F747}"/>
              </a:ext>
            </a:extLst>
          </p:cNvPr>
          <p:cNvCxnSpPr>
            <a:stCxn id="31" idx="3"/>
            <a:endCxn id="36" idx="1"/>
          </p:cNvCxnSpPr>
          <p:nvPr/>
        </p:nvCxnSpPr>
        <p:spPr>
          <a:xfrm>
            <a:off x="7258050" y="4568825"/>
            <a:ext cx="142874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B21D7E8A-BCBD-759B-ADCA-D3B04BEAAF13}"/>
              </a:ext>
            </a:extLst>
          </p:cNvPr>
          <p:cNvSpPr txBox="1"/>
          <p:nvPr/>
        </p:nvSpPr>
        <p:spPr>
          <a:xfrm>
            <a:off x="7566024" y="4291826"/>
            <a:ext cx="812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ADP7182 </a:t>
            </a:r>
          </a:p>
        </p:txBody>
      </p:sp>
    </p:spTree>
    <p:extLst>
      <p:ext uri="{BB962C8B-B14F-4D97-AF65-F5344CB8AC3E}">
        <p14:creationId xmlns:p14="http://schemas.microsoft.com/office/powerpoint/2010/main" val="3075629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106</Words>
  <Application>Microsoft Office PowerPoint</Application>
  <PresentationFormat>Widescreen</PresentationFormat>
  <Paragraphs>36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 block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 Tan Minh Khoi (MS/EAI12-VM)</dc:creator>
  <cp:lastModifiedBy>Minh Khôi Võ Tấn</cp:lastModifiedBy>
  <cp:revision>5</cp:revision>
  <dcterms:created xsi:type="dcterms:W3CDTF">2026-01-30T10:30:36Z</dcterms:created>
  <dcterms:modified xsi:type="dcterms:W3CDTF">2026-04-06T18:24:34Z</dcterms:modified>
</cp:coreProperties>
</file>