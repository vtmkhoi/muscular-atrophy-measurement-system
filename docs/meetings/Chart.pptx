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EB2F77-201F-861A-55E1-C8CA48A1C3B2}" v="12" dt="2026-03-02T06:31:13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Khôi Võ Tấn" userId="df010977c1c328cb" providerId="LiveId" clId="{021737E1-13EE-495B-A898-B29314BB33F8}"/>
    <pc:docChg chg="undo custSel modSld">
      <pc:chgData name="Minh Khôi Võ Tấn" userId="df010977c1c328cb" providerId="LiveId" clId="{021737E1-13EE-495B-A898-B29314BB33F8}" dt="2026-02-14T22:50:15.869" v="304" actId="14100"/>
      <pc:docMkLst>
        <pc:docMk/>
      </pc:docMkLst>
      <pc:sldChg chg="addSp delSp modSp mod">
        <pc:chgData name="Minh Khôi Võ Tấn" userId="df010977c1c328cb" providerId="LiveId" clId="{021737E1-13EE-495B-A898-B29314BB33F8}" dt="2026-02-14T22:50:15.869" v="304" actId="14100"/>
        <pc:sldMkLst>
          <pc:docMk/>
          <pc:sldMk cId="140083664" sldId="256"/>
        </pc:sldMkLst>
        <pc:spChg chg="add mod">
          <ac:chgData name="Minh Khôi Võ Tấn" userId="df010977c1c328cb" providerId="LiveId" clId="{021737E1-13EE-495B-A898-B29314BB33F8}" dt="2026-01-31T10:35:06.306" v="245"/>
          <ac:spMkLst>
            <pc:docMk/>
            <pc:sldMk cId="140083664" sldId="256"/>
            <ac:spMk id="2" creationId="{66042C76-D09B-20A4-8953-608CBA68EDE9}"/>
          </ac:spMkLst>
        </pc:spChg>
        <pc:spChg chg="mod">
          <ac:chgData name="Minh Khôi Võ Tấn" userId="df010977c1c328cb" providerId="LiveId" clId="{021737E1-13EE-495B-A898-B29314BB33F8}" dt="2026-01-31T10:37:06.297" v="278" actId="1076"/>
          <ac:spMkLst>
            <pc:docMk/>
            <pc:sldMk cId="140083664" sldId="256"/>
            <ac:spMk id="4" creationId="{1F647E94-2332-2EDF-9BE0-AC5703F663B7}"/>
          </ac:spMkLst>
        </pc:spChg>
        <pc:spChg chg="add mod">
          <ac:chgData name="Minh Khôi Võ Tấn" userId="df010977c1c328cb" providerId="LiveId" clId="{021737E1-13EE-495B-A898-B29314BB33F8}" dt="2026-01-31T10:30:04.760" v="244" actId="1076"/>
          <ac:spMkLst>
            <pc:docMk/>
            <pc:sldMk cId="140083664" sldId="256"/>
            <ac:spMk id="12" creationId="{575D50F9-F201-0308-BBA0-22383778699E}"/>
          </ac:spMkLst>
        </pc:spChg>
        <pc:spChg chg="mod">
          <ac:chgData name="Minh Khôi Võ Tấn" userId="df010977c1c328cb" providerId="LiveId" clId="{021737E1-13EE-495B-A898-B29314BB33F8}" dt="2026-01-31T10:40:24.368" v="293" actId="20577"/>
          <ac:spMkLst>
            <pc:docMk/>
            <pc:sldMk cId="140083664" sldId="256"/>
            <ac:spMk id="37" creationId="{CAC7B3F9-E06B-0982-126C-CDC88CC0ACC5}"/>
          </ac:spMkLst>
        </pc:spChg>
        <pc:spChg chg="add mod">
          <ac:chgData name="Minh Khôi Võ Tấn" userId="df010977c1c328cb" providerId="LiveId" clId="{021737E1-13EE-495B-A898-B29314BB33F8}" dt="2026-01-31T10:35:26.418" v="250" actId="1076"/>
          <ac:spMkLst>
            <pc:docMk/>
            <pc:sldMk cId="140083664" sldId="256"/>
            <ac:spMk id="41" creationId="{B37668D8-98F0-0857-689F-884F625471B3}"/>
          </ac:spMkLst>
        </pc:spChg>
        <pc:spChg chg="add mod">
          <ac:chgData name="Minh Khôi Võ Tấn" userId="df010977c1c328cb" providerId="LiveId" clId="{021737E1-13EE-495B-A898-B29314BB33F8}" dt="2026-01-31T10:30:01.221" v="243" actId="1076"/>
          <ac:spMkLst>
            <pc:docMk/>
            <pc:sldMk cId="140083664" sldId="256"/>
            <ac:spMk id="47" creationId="{80C8B94D-9A82-E4AE-EED6-4893B8929858}"/>
          </ac:spMkLst>
        </pc:spChg>
        <pc:spChg chg="add mod">
          <ac:chgData name="Minh Khôi Võ Tấn" userId="df010977c1c328cb" providerId="LiveId" clId="{021737E1-13EE-495B-A898-B29314BB33F8}" dt="2026-02-14T22:49:48.882" v="301" actId="1076"/>
          <ac:spMkLst>
            <pc:docMk/>
            <pc:sldMk cId="140083664" sldId="256"/>
            <ac:spMk id="65" creationId="{13A54711-D421-1C6B-7430-36C47D7F2FF8}"/>
          </ac:spMkLst>
        </pc:spChg>
        <pc:spChg chg="add mod">
          <ac:chgData name="Minh Khôi Võ Tấn" userId="df010977c1c328cb" providerId="LiveId" clId="{021737E1-13EE-495B-A898-B29314BB33F8}" dt="2026-01-31T10:29:35.638" v="241" actId="1076"/>
          <ac:spMkLst>
            <pc:docMk/>
            <pc:sldMk cId="140083664" sldId="256"/>
            <ac:spMk id="66" creationId="{2ECA735F-9D95-E4C8-DF01-E2CBD1CBE09E}"/>
          </ac:spMkLst>
        </pc:spChg>
        <pc:spChg chg="add mod">
          <ac:chgData name="Minh Khôi Võ Tấn" userId="df010977c1c328cb" providerId="LiveId" clId="{021737E1-13EE-495B-A898-B29314BB33F8}" dt="2026-01-31T10:36:41.581" v="271" actId="1076"/>
          <ac:spMkLst>
            <pc:docMk/>
            <pc:sldMk cId="140083664" sldId="256"/>
            <ac:spMk id="67" creationId="{431FF6C4-6071-4EC0-8630-EC13BF8E467E}"/>
          </ac:spMkLst>
        </pc:spChg>
        <pc:spChg chg="add mod">
          <ac:chgData name="Minh Khôi Võ Tấn" userId="df010977c1c328cb" providerId="LiveId" clId="{021737E1-13EE-495B-A898-B29314BB33F8}" dt="2026-01-31T10:36:05.931" v="264" actId="1076"/>
          <ac:spMkLst>
            <pc:docMk/>
            <pc:sldMk cId="140083664" sldId="256"/>
            <ac:spMk id="68" creationId="{2417A1AA-02C0-148A-27CD-937C6119B48A}"/>
          </ac:spMkLst>
        </pc:spChg>
        <pc:spChg chg="mod">
          <ac:chgData name="Minh Khôi Võ Tấn" userId="df010977c1c328cb" providerId="LiveId" clId="{021737E1-13EE-495B-A898-B29314BB33F8}" dt="2026-01-31T10:25:03.648" v="159" actId="1076"/>
          <ac:spMkLst>
            <pc:docMk/>
            <pc:sldMk cId="140083664" sldId="256"/>
            <ac:spMk id="82" creationId="{CAF01C07-758E-7BDD-9450-1770DDB861BA}"/>
          </ac:spMkLst>
        </pc:spChg>
        <pc:spChg chg="mod">
          <ac:chgData name="Minh Khôi Võ Tấn" userId="df010977c1c328cb" providerId="LiveId" clId="{021737E1-13EE-495B-A898-B29314BB33F8}" dt="2026-01-31T10:25:03.648" v="159" actId="1076"/>
          <ac:spMkLst>
            <pc:docMk/>
            <pc:sldMk cId="140083664" sldId="256"/>
            <ac:spMk id="83" creationId="{5B333FFC-78BE-46AF-C4A5-ED8EECB7AE72}"/>
          </ac:spMkLst>
        </pc:spChg>
        <pc:grpChg chg="mod">
          <ac:chgData name="Minh Khôi Võ Tấn" userId="df010977c1c328cb" providerId="LiveId" clId="{021737E1-13EE-495B-A898-B29314BB33F8}" dt="2026-01-31T10:24:58.665" v="158" actId="1076"/>
          <ac:grpSpMkLst>
            <pc:docMk/>
            <pc:sldMk cId="140083664" sldId="256"/>
            <ac:grpSpMk id="97" creationId="{B9DFD97E-2D56-0235-1CCC-2E3456212988}"/>
          </ac:grpSpMkLst>
        </pc:grpChg>
        <pc:cxnChg chg="add mod">
          <ac:chgData name="Minh Khôi Võ Tấn" userId="df010977c1c328cb" providerId="LiveId" clId="{021737E1-13EE-495B-A898-B29314BB33F8}" dt="2026-01-31T10:37:06.297" v="278" actId="1076"/>
          <ac:cxnSpMkLst>
            <pc:docMk/>
            <pc:sldMk cId="140083664" sldId="256"/>
            <ac:cxnSpMk id="40" creationId="{739C8237-7E86-AA61-CFB8-1EB27BA21E13}"/>
          </ac:cxnSpMkLst>
        </pc:cxnChg>
        <pc:cxnChg chg="add mod">
          <ac:chgData name="Minh Khôi Võ Tấn" userId="df010977c1c328cb" providerId="LiveId" clId="{021737E1-13EE-495B-A898-B29314BB33F8}" dt="2026-01-31T10:26:57.432" v="179" actId="1582"/>
          <ac:cxnSpMkLst>
            <pc:docMk/>
            <pc:sldMk cId="140083664" sldId="256"/>
            <ac:cxnSpMk id="49" creationId="{8CF5A91F-6315-7515-C328-C75778FC193D}"/>
          </ac:cxnSpMkLst>
        </pc:cxnChg>
        <pc:cxnChg chg="add mod">
          <ac:chgData name="Minh Khôi Võ Tấn" userId="df010977c1c328cb" providerId="LiveId" clId="{021737E1-13EE-495B-A898-B29314BB33F8}" dt="2026-01-31T10:27:22.379" v="183" actId="14100"/>
          <ac:cxnSpMkLst>
            <pc:docMk/>
            <pc:sldMk cId="140083664" sldId="256"/>
            <ac:cxnSpMk id="52" creationId="{840C6006-9B34-3A30-DDDA-B3A6DA181606}"/>
          </ac:cxnSpMkLst>
        </pc:cxnChg>
        <pc:cxnChg chg="add mod">
          <ac:chgData name="Minh Khôi Võ Tấn" userId="df010977c1c328cb" providerId="LiveId" clId="{021737E1-13EE-495B-A898-B29314BB33F8}" dt="2026-02-14T22:49:28.156" v="298" actId="14100"/>
          <ac:cxnSpMkLst>
            <pc:docMk/>
            <pc:sldMk cId="140083664" sldId="256"/>
            <ac:cxnSpMk id="57" creationId="{BAEE507D-642F-3262-48E6-02AC6B60F20D}"/>
          </ac:cxnSpMkLst>
        </pc:cxnChg>
        <pc:cxnChg chg="add mod">
          <ac:chgData name="Minh Khôi Võ Tấn" userId="df010977c1c328cb" providerId="LiveId" clId="{021737E1-13EE-495B-A898-B29314BB33F8}" dt="2026-02-14T22:49:23.159" v="297" actId="14100"/>
          <ac:cxnSpMkLst>
            <pc:docMk/>
            <pc:sldMk cId="140083664" sldId="256"/>
            <ac:cxnSpMk id="59" creationId="{F0170125-765C-734C-1E69-EC0EDC2601FD}"/>
          </ac:cxnSpMkLst>
        </pc:cxnChg>
        <pc:cxnChg chg="add mod">
          <ac:chgData name="Minh Khôi Võ Tấn" userId="df010977c1c328cb" providerId="LiveId" clId="{021737E1-13EE-495B-A898-B29314BB33F8}" dt="2026-02-14T22:49:40.784" v="300" actId="14100"/>
          <ac:cxnSpMkLst>
            <pc:docMk/>
            <pc:sldMk cId="140083664" sldId="256"/>
            <ac:cxnSpMk id="72" creationId="{8878041E-47E8-996A-5157-0DED2EFA98C7}"/>
          </ac:cxnSpMkLst>
        </pc:cxnChg>
        <pc:cxnChg chg="add mod">
          <ac:chgData name="Minh Khôi Võ Tấn" userId="df010977c1c328cb" providerId="LiveId" clId="{021737E1-13EE-495B-A898-B29314BB33F8}" dt="2026-02-14T22:49:37.722" v="299" actId="14100"/>
          <ac:cxnSpMkLst>
            <pc:docMk/>
            <pc:sldMk cId="140083664" sldId="256"/>
            <ac:cxnSpMk id="74" creationId="{1576FA09-C6F1-BF9E-EB69-F570434779D8}"/>
          </ac:cxnSpMkLst>
        </pc:cxnChg>
        <pc:cxnChg chg="add mod">
          <ac:chgData name="Minh Khôi Võ Tấn" userId="df010977c1c328cb" providerId="LiveId" clId="{021737E1-13EE-495B-A898-B29314BB33F8}" dt="2026-02-14T22:50:09.915" v="303" actId="14100"/>
          <ac:cxnSpMkLst>
            <pc:docMk/>
            <pc:sldMk cId="140083664" sldId="256"/>
            <ac:cxnSpMk id="78" creationId="{8A0B7F4D-07D5-67D9-C6C5-9313A69B211B}"/>
          </ac:cxnSpMkLst>
        </pc:cxnChg>
        <pc:cxnChg chg="add mod">
          <ac:chgData name="Minh Khôi Võ Tấn" userId="df010977c1c328cb" providerId="LiveId" clId="{021737E1-13EE-495B-A898-B29314BB33F8}" dt="2026-02-14T22:50:15.869" v="304" actId="14100"/>
          <ac:cxnSpMkLst>
            <pc:docMk/>
            <pc:sldMk cId="140083664" sldId="256"/>
            <ac:cxnSpMk id="81" creationId="{1ACD6AC2-4AEA-462F-6869-16D4A5A0B557}"/>
          </ac:cxnSpMkLst>
        </pc:cxnChg>
        <pc:cxnChg chg="mod">
          <ac:chgData name="Minh Khôi Võ Tấn" userId="df010977c1c328cb" providerId="LiveId" clId="{021737E1-13EE-495B-A898-B29314BB33F8}" dt="2026-01-31T10:24:58.665" v="158" actId="1076"/>
          <ac:cxnSpMkLst>
            <pc:docMk/>
            <pc:sldMk cId="140083664" sldId="256"/>
            <ac:cxnSpMk id="99" creationId="{8E9419EE-F41B-C97D-C6A3-C4D9B47025E7}"/>
          </ac:cxnSpMkLst>
        </pc:cxnChg>
      </pc:sldChg>
    </pc:docChg>
  </pc:docChgLst>
  <pc:docChgLst>
    <pc:chgData name="Minh Khôi Võ Tấn" userId="df010977c1c328cb" providerId="Windows Live" clId="Web-{CAEB2F77-201F-861A-55E1-C8CA48A1C3B2}"/>
    <pc:docChg chg="modSld">
      <pc:chgData name="Minh Khôi Võ Tấn" userId="df010977c1c328cb" providerId="Windows Live" clId="Web-{CAEB2F77-201F-861A-55E1-C8CA48A1C3B2}" dt="2026-03-02T06:31:13.300" v="8" actId="20577"/>
      <pc:docMkLst>
        <pc:docMk/>
      </pc:docMkLst>
      <pc:sldChg chg="modSp">
        <pc:chgData name="Minh Khôi Võ Tấn" userId="df010977c1c328cb" providerId="Windows Live" clId="Web-{CAEB2F77-201F-861A-55E1-C8CA48A1C3B2}" dt="2026-03-02T06:31:13.300" v="8" actId="20577"/>
        <pc:sldMkLst>
          <pc:docMk/>
          <pc:sldMk cId="140083664" sldId="256"/>
        </pc:sldMkLst>
        <pc:spChg chg="mod">
          <ac:chgData name="Minh Khôi Võ Tấn" userId="df010977c1c328cb" providerId="Windows Live" clId="Web-{CAEB2F77-201F-861A-55E1-C8CA48A1C3B2}" dt="2026-03-02T06:31:13.300" v="8" actId="20577"/>
          <ac:spMkLst>
            <pc:docMk/>
            <pc:sldMk cId="140083664" sldId="256"/>
            <ac:spMk id="22" creationId="{CC454D64-39D3-41F0-E59B-B019B51CB4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3F81-FD65-979F-AE95-79145041B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41648-1A4D-00F4-A2A1-4856D9400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0B764-A77F-0B08-D706-7DD52F2D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92E5F-6E05-426E-1C5C-FE5B5E34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6719E-2C6D-1865-7762-3995058F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39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043E-3CB2-85C9-CBAA-A19081637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D37B-A2DE-022E-C80C-5337ACEC3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14FEF-04C0-E512-47E0-1B48A7FF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34E71-B59F-7A33-9879-BF5E1B17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F6C40-E7DA-FA49-06FB-D7EF6A38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9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5D57-8E61-98A4-EB75-7DC1EFCC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6F745-4B08-B0DE-F0D0-26D739099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F50FB-C155-AFC9-A823-278D5008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6AAFD-632A-7002-EDC9-635F3A7D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34B9E-BAA3-7F3A-BFC0-B956EB328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49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990F-968D-7DD9-1B9F-4C050D33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7C58-5FC4-2CB8-EE62-08999E689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6E768-540B-B0A8-A40B-5509E085D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3ABAB-EE8C-AE6A-693C-4CF46751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0FDA1-D17E-391B-6C07-3081E622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35B9F-A7AB-4B79-629C-E67180C3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5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D0691-8652-2215-3C4B-26DD644D1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D7F43-83A0-BF2A-2C60-145E2F18B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56245-3B82-E30D-0528-FEE4C5766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5F6B4-A8FF-07C5-9B59-9585F0D45F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AE34F-7CFC-DD17-6179-3D4C9C01F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EA93EA-D88E-4396-6F2C-CBD13254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6E5546-320B-2BBC-EF5F-C382E918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1AEE7E-B24D-0C4B-BE53-559D281D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11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BCDD-6630-8898-B243-F63E650A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C8C3-51AB-5291-3B7D-33541AEC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A2C13-3FEE-C40F-2FD8-215A5DFE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6C1349-74DF-A04B-A4A7-7341929A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46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B915F-A18F-CB34-1E2E-FF5600988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4B34F-F393-357D-05A6-CA83933F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4E275-FE53-5F89-1F81-48B74DF9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7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EF03-A94E-123A-E777-49652805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A29DA-3556-ADAF-AAFC-8BC541A92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E844F-E725-AB45-0795-819057DD4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FC602-C5C8-7C9A-DC6A-019354AD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C04CA-EEC4-5F32-1ACE-FF5E5E5D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7D971-E78A-EC05-36CF-3A40FB0B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9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B443-C874-DA8E-47B6-C8C4B5D7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076AF-97FB-A5BB-DFEA-1880A6D279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404E5-E6A9-7FB4-31FE-8023EB2FF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CFCC9-D573-FD7B-05FA-62444DB2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F2796-6956-5BE1-2EFE-0DDE055F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358A3-0B82-0CF3-1006-F17C214D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6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DE5B-C27C-326D-AD69-39C85D61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26F1D-12B4-0B8F-46DF-0165A00A9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4A3D6-3894-7DBC-91BC-FFFF9D84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D3E1C-F19B-9E68-2AFC-4555B9406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9EA85-98ED-7DD4-E24A-7672BDD3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6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1D9AA-9C82-0175-8A69-5933D2A5E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ABFD7-BE3B-E0E4-3B5E-3CBAEABFE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7C959-B029-CBF9-4CF3-DD275B47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6FD40-3D2D-D1BC-47F2-05228EEB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32486-06FD-39C6-792A-3EE815F6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8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440225-F952-221A-B432-93E86CA8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F28F5-3966-7001-A19E-183C7D250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CC06D-D8D8-6F84-9207-B7A3B237A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2B9CA-B971-4B45-8D3D-FECD6A0DEDE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EAC74-15EF-8591-8725-119B54248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3AF68-5D4D-1C10-C501-7D4C47E02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52CBB-D7FB-4F7E-9BDA-2ACC6235D9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2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647E94-2332-2EDF-9BE0-AC5703F663B7}"/>
              </a:ext>
            </a:extLst>
          </p:cNvPr>
          <p:cNvSpPr/>
          <p:nvPr/>
        </p:nvSpPr>
        <p:spPr>
          <a:xfrm>
            <a:off x="2708368" y="4563438"/>
            <a:ext cx="1237047" cy="824099"/>
          </a:xfrm>
          <a:prstGeom prst="roundRect">
            <a:avLst>
              <a:gd name="adj" fmla="val 3111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vi-VN" dirty="0"/>
              <a:t>MCU</a:t>
            </a:r>
          </a:p>
          <a:p>
            <a:pPr algn="ctr"/>
            <a:r>
              <a:rPr lang="vi-VN" sz="1200" dirty="0"/>
              <a:t>STM32F411</a:t>
            </a:r>
            <a:endParaRPr lang="en-US" sz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E06A4C-BA5C-A743-E89B-546E3506E9EF}"/>
              </a:ext>
            </a:extLst>
          </p:cNvPr>
          <p:cNvSpPr/>
          <p:nvPr/>
        </p:nvSpPr>
        <p:spPr>
          <a:xfrm>
            <a:off x="844663" y="1095891"/>
            <a:ext cx="1251857" cy="98091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vi-VN" dirty="0">
                <a:latin typeface="Arial"/>
                <a:cs typeface="Arial"/>
              </a:rPr>
              <a:t>DDS</a:t>
            </a:r>
            <a:br>
              <a:rPr lang="vi-VN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(</a:t>
            </a:r>
            <a:r>
              <a:rPr lang="vi-VN" sz="1400" dirty="0">
                <a:latin typeface="Arial"/>
                <a:cs typeface="Arial"/>
              </a:rPr>
              <a:t>AD9834</a:t>
            </a:r>
            <a:r>
              <a:rPr lang="en-US" sz="1400" dirty="0">
                <a:latin typeface="Arial"/>
                <a:cs typeface="Arial"/>
              </a:rPr>
              <a:t>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BA6943-D7BA-368A-BA6C-37B2235EB328}"/>
              </a:ext>
            </a:extLst>
          </p:cNvPr>
          <p:cNvSpPr/>
          <p:nvPr/>
        </p:nvSpPr>
        <p:spPr>
          <a:xfrm>
            <a:off x="711768" y="994860"/>
            <a:ext cx="1520948" cy="167762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extBox 42">
            <a:extLst>
              <a:ext uri="{FF2B5EF4-FFF2-40B4-BE49-F238E27FC236}">
                <a16:creationId xmlns:a16="http://schemas.microsoft.com/office/drawing/2014/main" id="{F9E22DE9-98BE-E4E1-A8F0-5066BDFDE13A}"/>
              </a:ext>
            </a:extLst>
          </p:cNvPr>
          <p:cNvSpPr txBox="1"/>
          <p:nvPr/>
        </p:nvSpPr>
        <p:spPr>
          <a:xfrm>
            <a:off x="992100" y="2113033"/>
            <a:ext cx="956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400" dirty="0"/>
              <a:t>Sin-wave generator</a:t>
            </a:r>
            <a:endParaRPr lang="en-US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42DA1C-D8FB-4C33-3849-4FC2EEF366A9}"/>
              </a:ext>
            </a:extLst>
          </p:cNvPr>
          <p:cNvCxnSpPr>
            <a:cxnSpLocks/>
          </p:cNvCxnSpPr>
          <p:nvPr/>
        </p:nvCxnSpPr>
        <p:spPr>
          <a:xfrm>
            <a:off x="2232716" y="1586348"/>
            <a:ext cx="74119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3B25EB-C34E-C88C-170F-F45E813E9379}"/>
              </a:ext>
            </a:extLst>
          </p:cNvPr>
          <p:cNvCxnSpPr>
            <a:cxnSpLocks/>
          </p:cNvCxnSpPr>
          <p:nvPr/>
        </p:nvCxnSpPr>
        <p:spPr>
          <a:xfrm>
            <a:off x="2228102" y="2098966"/>
            <a:ext cx="74581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6001C59-ECDE-9E84-8608-75527115B637}"/>
              </a:ext>
            </a:extLst>
          </p:cNvPr>
          <p:cNvGrpSpPr/>
          <p:nvPr/>
        </p:nvGrpSpPr>
        <p:grpSpPr>
          <a:xfrm>
            <a:off x="2922871" y="1156494"/>
            <a:ext cx="1370884" cy="1354347"/>
            <a:chOff x="2362154" y="1156494"/>
            <a:chExt cx="1370884" cy="1354347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E3BA2918-99D4-43DF-A73F-F3B06C34C15E}"/>
                </a:ext>
              </a:extLst>
            </p:cNvPr>
            <p:cNvSpPr/>
            <p:nvPr/>
          </p:nvSpPr>
          <p:spPr>
            <a:xfrm rot="5400000">
              <a:off x="2395944" y="1173747"/>
              <a:ext cx="1354347" cy="1319841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454D64-39D3-41F0-E59B-B019B51CB4D6}"/>
                </a:ext>
              </a:extLst>
            </p:cNvPr>
            <p:cNvSpPr txBox="1"/>
            <p:nvPr/>
          </p:nvSpPr>
          <p:spPr>
            <a:xfrm>
              <a:off x="2362154" y="1544967"/>
              <a:ext cx="1052823" cy="6924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vi-VN" sz="1400" dirty="0" err="1">
                  <a:solidFill>
                    <a:schemeClr val="bg1"/>
                  </a:solidFill>
                  <a:latin typeface="Arial"/>
                  <a:cs typeface="Arial"/>
                </a:rPr>
                <a:t>Differential</a:t>
              </a:r>
              <a:r>
                <a:rPr lang="vi-VN" sz="1400" dirty="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vi-VN" sz="1400" dirty="0" err="1">
                  <a:solidFill>
                    <a:schemeClr val="bg1"/>
                  </a:solidFill>
                  <a:latin typeface="Arial"/>
                  <a:cs typeface="Arial"/>
                </a:rPr>
                <a:t>Amplifier</a:t>
              </a:r>
              <a:br>
                <a:rPr lang="vi-VN" sz="1400" dirty="0"/>
              </a:br>
              <a:endParaRPr lang="en-US" sz="1100">
                <a:solidFill>
                  <a:schemeClr val="bg1"/>
                </a:solidFill>
                <a:latin typeface="Apto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D81D9A0-B7E7-552F-2DA6-DDAEC386227A}"/>
              </a:ext>
            </a:extLst>
          </p:cNvPr>
          <p:cNvSpPr txBox="1"/>
          <p:nvPr/>
        </p:nvSpPr>
        <p:spPr>
          <a:xfrm>
            <a:off x="2337719" y="1231836"/>
            <a:ext cx="496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Vp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CAFD0-9935-FD31-A2B4-82954175274A}"/>
              </a:ext>
            </a:extLst>
          </p:cNvPr>
          <p:cNvSpPr txBox="1"/>
          <p:nvPr/>
        </p:nvSpPr>
        <p:spPr>
          <a:xfrm>
            <a:off x="2328902" y="1794787"/>
            <a:ext cx="496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Vn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00DA2FF-7C0C-9F4F-2FE7-0C75081109BC}"/>
              </a:ext>
            </a:extLst>
          </p:cNvPr>
          <p:cNvCxnSpPr>
            <a:cxnSpLocks/>
            <a:stCxn id="17" idx="0"/>
            <a:endCxn id="71" idx="1"/>
          </p:cNvCxnSpPr>
          <p:nvPr/>
        </p:nvCxnSpPr>
        <p:spPr>
          <a:xfrm>
            <a:off x="4293755" y="1833668"/>
            <a:ext cx="974509" cy="55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3E11A0C-0164-83BD-46D0-C2B6A80CDCCF}"/>
              </a:ext>
            </a:extLst>
          </p:cNvPr>
          <p:cNvSpPr txBox="1"/>
          <p:nvPr/>
        </p:nvSpPr>
        <p:spPr>
          <a:xfrm>
            <a:off x="4566246" y="1556668"/>
            <a:ext cx="582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V_out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8F9B58-6BEE-CC97-AEB2-28DC31016998}"/>
              </a:ext>
            </a:extLst>
          </p:cNvPr>
          <p:cNvSpPr txBox="1"/>
          <p:nvPr/>
        </p:nvSpPr>
        <p:spPr>
          <a:xfrm>
            <a:off x="4217076" y="1830593"/>
            <a:ext cx="1135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Single-Ended</a:t>
            </a:r>
            <a:endParaRPr lang="en-US" sz="12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AC7B3F9-E06B-0982-126C-CDC88CC0ACC5}"/>
              </a:ext>
            </a:extLst>
          </p:cNvPr>
          <p:cNvSpPr/>
          <p:nvPr/>
        </p:nvSpPr>
        <p:spPr>
          <a:xfrm>
            <a:off x="7561856" y="1491960"/>
            <a:ext cx="1319841" cy="68202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100" dirty="0"/>
              <a:t>Voltage Controlled Current Source</a:t>
            </a:r>
            <a:br>
              <a:rPr lang="vi-VN" sz="1100" dirty="0"/>
            </a:br>
            <a:r>
              <a:rPr lang="vi-VN" sz="1100" dirty="0"/>
              <a:t>(VCCS)</a:t>
            </a:r>
            <a:endParaRPr lang="en-US" sz="11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0531F21-D171-3126-8053-92011EAAB27C}"/>
              </a:ext>
            </a:extLst>
          </p:cNvPr>
          <p:cNvCxnSpPr>
            <a:cxnSpLocks/>
            <a:stCxn id="71" idx="3"/>
            <a:endCxn id="37" idx="1"/>
          </p:cNvCxnSpPr>
          <p:nvPr/>
        </p:nvCxnSpPr>
        <p:spPr>
          <a:xfrm flipV="1">
            <a:off x="6588105" y="1832974"/>
            <a:ext cx="973751" cy="627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7D1A2F7-35B9-591B-6CF0-6B7B816458D5}"/>
              </a:ext>
            </a:extLst>
          </p:cNvPr>
          <p:cNvSpPr txBox="1"/>
          <p:nvPr/>
        </p:nvSpPr>
        <p:spPr>
          <a:xfrm>
            <a:off x="6659405" y="1562248"/>
            <a:ext cx="12352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V(sin_filt)</a:t>
            </a:r>
            <a:r>
              <a:rPr lang="vi-VN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sz="1200" dirty="0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007A6540-2AB3-E37A-1814-A4E40E3E6317}"/>
              </a:ext>
            </a:extLst>
          </p:cNvPr>
          <p:cNvSpPr/>
          <p:nvPr/>
        </p:nvSpPr>
        <p:spPr>
          <a:xfrm>
            <a:off x="5268264" y="1498233"/>
            <a:ext cx="1319841" cy="682028"/>
          </a:xfrm>
          <a:prstGeom prst="round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dirty="0">
                <a:solidFill>
                  <a:schemeClr val="tx1"/>
                </a:solidFill>
              </a:rPr>
              <a:t>LPF + HPF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E9651F2-144F-8F78-5F1D-054D77ED7758}"/>
              </a:ext>
            </a:extLst>
          </p:cNvPr>
          <p:cNvSpPr txBox="1"/>
          <p:nvPr/>
        </p:nvSpPr>
        <p:spPr>
          <a:xfrm>
            <a:off x="8909915" y="1566546"/>
            <a:ext cx="8610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vi-VN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(sin_filt)</a:t>
            </a:r>
            <a:r>
              <a:rPr lang="vi-VN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  <a:endParaRPr lang="en-US" sz="1200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AF01C07-758E-7BDD-9450-1770DDB861BA}"/>
              </a:ext>
            </a:extLst>
          </p:cNvPr>
          <p:cNvSpPr/>
          <p:nvPr/>
        </p:nvSpPr>
        <p:spPr>
          <a:xfrm>
            <a:off x="10034753" y="4381475"/>
            <a:ext cx="1168386" cy="41628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vi-VN" dirty="0"/>
              <a:t>V_tissue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B333FFC-78BE-46AF-C4A5-ED8EECB7AE72}"/>
              </a:ext>
            </a:extLst>
          </p:cNvPr>
          <p:cNvSpPr/>
          <p:nvPr/>
        </p:nvSpPr>
        <p:spPr>
          <a:xfrm>
            <a:off x="10043966" y="5112053"/>
            <a:ext cx="1168386" cy="41628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vi-VN" dirty="0"/>
              <a:t>V_</a:t>
            </a:r>
            <a:r>
              <a:rPr lang="en-US" dirty="0"/>
              <a:t>ref</a:t>
            </a:r>
            <a:endParaRPr lang="vi-VN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9DFD97E-2D56-0235-1CCC-2E3456212988}"/>
              </a:ext>
            </a:extLst>
          </p:cNvPr>
          <p:cNvGrpSpPr/>
          <p:nvPr/>
        </p:nvGrpSpPr>
        <p:grpSpPr>
          <a:xfrm>
            <a:off x="10232513" y="953778"/>
            <a:ext cx="754439" cy="1770938"/>
            <a:chOff x="9921437" y="951951"/>
            <a:chExt cx="754439" cy="1770938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3556F17B-1678-F655-16EC-9413B4DFD228}"/>
                </a:ext>
              </a:extLst>
            </p:cNvPr>
            <p:cNvSpPr/>
            <p:nvPr/>
          </p:nvSpPr>
          <p:spPr>
            <a:xfrm rot="5400000">
              <a:off x="9413188" y="1460200"/>
              <a:ext cx="1770938" cy="754439"/>
            </a:xfrm>
            <a:prstGeom prst="roundRect">
              <a:avLst>
                <a:gd name="adj" fmla="val 50000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E70BC33B-DD47-B082-43E5-64D8F9E9E511}"/>
                </a:ext>
              </a:extLst>
            </p:cNvPr>
            <p:cNvSpPr/>
            <p:nvPr/>
          </p:nvSpPr>
          <p:spPr>
            <a:xfrm>
              <a:off x="10178723" y="1091988"/>
              <a:ext cx="258297" cy="25829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58477B0-46D4-B4C7-4297-DD9910FFF907}"/>
                </a:ext>
              </a:extLst>
            </p:cNvPr>
            <p:cNvSpPr/>
            <p:nvPr/>
          </p:nvSpPr>
          <p:spPr>
            <a:xfrm>
              <a:off x="10178722" y="1438069"/>
              <a:ext cx="258297" cy="25829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4DB5D3E-5FAC-4CF9-0E24-F71CC7D36901}"/>
                </a:ext>
              </a:extLst>
            </p:cNvPr>
            <p:cNvSpPr/>
            <p:nvPr/>
          </p:nvSpPr>
          <p:spPr>
            <a:xfrm>
              <a:off x="10178723" y="1966001"/>
              <a:ext cx="258297" cy="25829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DCB7B01-B674-7994-4067-D2C1F744101A}"/>
                </a:ext>
              </a:extLst>
            </p:cNvPr>
            <p:cNvSpPr/>
            <p:nvPr/>
          </p:nvSpPr>
          <p:spPr>
            <a:xfrm>
              <a:off x="10178722" y="2312082"/>
              <a:ext cx="258297" cy="25829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E9419EE-F41B-C97D-C6A3-C4D9B47025E7}"/>
              </a:ext>
            </a:extLst>
          </p:cNvPr>
          <p:cNvCxnSpPr>
            <a:stCxn id="37" idx="3"/>
            <a:endCxn id="77" idx="2"/>
          </p:cNvCxnSpPr>
          <p:nvPr/>
        </p:nvCxnSpPr>
        <p:spPr>
          <a:xfrm>
            <a:off x="8881697" y="1832974"/>
            <a:ext cx="1350817" cy="627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042C76-D09B-20A4-8953-608CBA68EDE9}"/>
              </a:ext>
            </a:extLst>
          </p:cNvPr>
          <p:cNvSpPr/>
          <p:nvPr/>
        </p:nvSpPr>
        <p:spPr>
          <a:xfrm>
            <a:off x="7561856" y="4613724"/>
            <a:ext cx="1319841" cy="68202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/>
              <a:t>Gain/Phase Detector</a:t>
            </a:r>
            <a:br>
              <a:rPr lang="vi-VN" sz="1100" dirty="0"/>
            </a:br>
            <a:r>
              <a:rPr lang="vi-VN" sz="1100" dirty="0"/>
              <a:t>(</a:t>
            </a:r>
            <a:r>
              <a:rPr lang="en-US" sz="1100" dirty="0"/>
              <a:t>AD8302 </a:t>
            </a:r>
            <a:r>
              <a:rPr lang="vi-VN" sz="1100" dirty="0"/>
              <a:t>)</a:t>
            </a:r>
            <a:endParaRPr lang="en-US" sz="11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5D50F9-F201-0308-BBA0-22383778699E}"/>
              </a:ext>
            </a:extLst>
          </p:cNvPr>
          <p:cNvSpPr/>
          <p:nvPr/>
        </p:nvSpPr>
        <p:spPr>
          <a:xfrm>
            <a:off x="9612940" y="795060"/>
            <a:ext cx="2067887" cy="5387128"/>
          </a:xfrm>
          <a:prstGeom prst="roundRect">
            <a:avLst/>
          </a:prstGeom>
          <a:noFill/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39C8237-7E86-AA61-CFB8-1EB27BA21E13}"/>
              </a:ext>
            </a:extLst>
          </p:cNvPr>
          <p:cNvCxnSpPr>
            <a:stCxn id="4" idx="1"/>
            <a:endCxn id="7" idx="2"/>
          </p:cNvCxnSpPr>
          <p:nvPr/>
        </p:nvCxnSpPr>
        <p:spPr>
          <a:xfrm rot="10800000">
            <a:off x="1472242" y="2672482"/>
            <a:ext cx="1236126" cy="2303007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37668D8-98F0-0857-689F-884F625471B3}"/>
              </a:ext>
            </a:extLst>
          </p:cNvPr>
          <p:cNvSpPr txBox="1"/>
          <p:nvPr/>
        </p:nvSpPr>
        <p:spPr>
          <a:xfrm>
            <a:off x="1756716" y="4589615"/>
            <a:ext cx="728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SPI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C8B94D-9A82-E4AE-EED6-4893B8929858}"/>
              </a:ext>
            </a:extLst>
          </p:cNvPr>
          <p:cNvSpPr txBox="1"/>
          <p:nvPr/>
        </p:nvSpPr>
        <p:spPr>
          <a:xfrm>
            <a:off x="10269971" y="5812856"/>
            <a:ext cx="85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LOAD</a:t>
            </a:r>
            <a:endParaRPr lang="en-US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CF5A91F-6315-7515-C328-C75778FC193D}"/>
              </a:ext>
            </a:extLst>
          </p:cNvPr>
          <p:cNvCxnSpPr>
            <a:stCxn id="77" idx="0"/>
            <a:endCxn id="82" idx="3"/>
          </p:cNvCxnSpPr>
          <p:nvPr/>
        </p:nvCxnSpPr>
        <p:spPr>
          <a:xfrm>
            <a:off x="10986953" y="1839247"/>
            <a:ext cx="216186" cy="2750369"/>
          </a:xfrm>
          <a:prstGeom prst="bentConnector3">
            <a:avLst>
              <a:gd name="adj1" fmla="val 253054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40C6006-9B34-3A30-DDDA-B3A6DA181606}"/>
              </a:ext>
            </a:extLst>
          </p:cNvPr>
          <p:cNvCxnSpPr>
            <a:stCxn id="77" idx="0"/>
            <a:endCxn id="83" idx="3"/>
          </p:cNvCxnSpPr>
          <p:nvPr/>
        </p:nvCxnSpPr>
        <p:spPr>
          <a:xfrm>
            <a:off x="10986953" y="1839247"/>
            <a:ext cx="225399" cy="3480947"/>
          </a:xfrm>
          <a:prstGeom prst="bentConnector3">
            <a:avLst>
              <a:gd name="adj1" fmla="val 246538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BAEE507D-642F-3262-48E6-02AC6B60F20D}"/>
              </a:ext>
            </a:extLst>
          </p:cNvPr>
          <p:cNvCxnSpPr>
            <a:cxnSpLocks/>
            <a:stCxn id="82" idx="1"/>
          </p:cNvCxnSpPr>
          <p:nvPr/>
        </p:nvCxnSpPr>
        <p:spPr>
          <a:xfrm rot="10800000" flipV="1">
            <a:off x="8881697" y="4589615"/>
            <a:ext cx="1153057" cy="23487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F0170125-765C-734C-1E69-EC0EDC2601FD}"/>
              </a:ext>
            </a:extLst>
          </p:cNvPr>
          <p:cNvCxnSpPr>
            <a:cxnSpLocks/>
            <a:stCxn id="83" idx="1"/>
          </p:cNvCxnSpPr>
          <p:nvPr/>
        </p:nvCxnSpPr>
        <p:spPr>
          <a:xfrm rot="10800000">
            <a:off x="8881696" y="5112054"/>
            <a:ext cx="1162270" cy="208141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3A54711-D421-1C6B-7430-36C47D7F2FF8}"/>
              </a:ext>
            </a:extLst>
          </p:cNvPr>
          <p:cNvSpPr txBox="1"/>
          <p:nvPr/>
        </p:nvSpPr>
        <p:spPr>
          <a:xfrm>
            <a:off x="3945414" y="3756490"/>
            <a:ext cx="728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DAC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CA735F-9D95-E4C8-DF01-E2CBD1CBE09E}"/>
              </a:ext>
            </a:extLst>
          </p:cNvPr>
          <p:cNvSpPr txBox="1"/>
          <p:nvPr/>
        </p:nvSpPr>
        <p:spPr>
          <a:xfrm>
            <a:off x="10217574" y="2672481"/>
            <a:ext cx="926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/>
              <a:t>Tetrapolar electrodes</a:t>
            </a:r>
            <a:endParaRPr lang="en-US" sz="1200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31FF6C4-6071-4EC0-8630-EC13BF8E467E}"/>
              </a:ext>
            </a:extLst>
          </p:cNvPr>
          <p:cNvSpPr/>
          <p:nvPr/>
        </p:nvSpPr>
        <p:spPr>
          <a:xfrm>
            <a:off x="5319427" y="5151399"/>
            <a:ext cx="1393007" cy="33758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Vphs_DC</a:t>
            </a:r>
            <a:endParaRPr lang="vi-VN" sz="1600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417A1AA-02C0-148A-27CD-937C6119B48A}"/>
              </a:ext>
            </a:extLst>
          </p:cNvPr>
          <p:cNvSpPr/>
          <p:nvPr/>
        </p:nvSpPr>
        <p:spPr>
          <a:xfrm>
            <a:off x="5319428" y="4438906"/>
            <a:ext cx="1393007" cy="3588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Vmag_</a:t>
            </a:r>
            <a:r>
              <a:rPr lang="vi-VN" sz="1400" dirty="0"/>
              <a:t>DC~ |Z|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878041E-47E8-996A-5157-0DED2EFA98C7}"/>
              </a:ext>
            </a:extLst>
          </p:cNvPr>
          <p:cNvCxnSpPr>
            <a:cxnSpLocks/>
            <a:endCxn id="68" idx="3"/>
          </p:cNvCxnSpPr>
          <p:nvPr/>
        </p:nvCxnSpPr>
        <p:spPr>
          <a:xfrm rot="10800000">
            <a:off x="6712435" y="4618331"/>
            <a:ext cx="849420" cy="203534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576FA09-C6F1-BF9E-EB69-F570434779D8}"/>
              </a:ext>
            </a:extLst>
          </p:cNvPr>
          <p:cNvCxnSpPr>
            <a:cxnSpLocks/>
            <a:endCxn id="67" idx="3"/>
          </p:cNvCxnSpPr>
          <p:nvPr/>
        </p:nvCxnSpPr>
        <p:spPr>
          <a:xfrm rot="10800000" flipV="1">
            <a:off x="6712434" y="5125245"/>
            <a:ext cx="849422" cy="194947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8A0B7F4D-07D5-67D9-C6C5-9313A69B211B}"/>
              </a:ext>
            </a:extLst>
          </p:cNvPr>
          <p:cNvCxnSpPr>
            <a:cxnSpLocks/>
            <a:stCxn id="68" idx="1"/>
          </p:cNvCxnSpPr>
          <p:nvPr/>
        </p:nvCxnSpPr>
        <p:spPr>
          <a:xfrm rot="10800000" flipV="1">
            <a:off x="3944494" y="4618330"/>
            <a:ext cx="1374934" cy="179425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1ACD6AC2-4AEA-462F-6869-16D4A5A0B557}"/>
              </a:ext>
            </a:extLst>
          </p:cNvPr>
          <p:cNvCxnSpPr>
            <a:cxnSpLocks/>
            <a:stCxn id="67" idx="1"/>
          </p:cNvCxnSpPr>
          <p:nvPr/>
        </p:nvCxnSpPr>
        <p:spPr>
          <a:xfrm rot="10800000">
            <a:off x="3944493" y="5151399"/>
            <a:ext cx="1374934" cy="168794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83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75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Tan Minh Khoi (MS/EAI12-VM)</dc:creator>
  <cp:lastModifiedBy>Minh Khôi Võ Tấn</cp:lastModifiedBy>
  <cp:revision>4</cp:revision>
  <dcterms:created xsi:type="dcterms:W3CDTF">2026-01-30T10:30:36Z</dcterms:created>
  <dcterms:modified xsi:type="dcterms:W3CDTF">2026-03-02T06:31:13Z</dcterms:modified>
</cp:coreProperties>
</file>