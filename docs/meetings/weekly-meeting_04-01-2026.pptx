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927C888-134C-415F-AD2C-70A9D2704B29}">
          <p14:sldIdLst>
            <p14:sldId id="256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1642E7-0971-45E6-8EF9-A0F5114F1AD9}" v="29" dt="2026-01-04T13:02:49.7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85351" autoAdjust="0"/>
  </p:normalViewPr>
  <p:slideViewPr>
    <p:cSldViewPr snapToGrid="0">
      <p:cViewPr varScale="1">
        <p:scale>
          <a:sx n="136" d="100"/>
          <a:sy n="136" d="100"/>
        </p:scale>
        <p:origin x="12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 Khôi Võ Tấn" userId="df010977c1c328cb" providerId="LiveId" clId="{021737E1-13EE-495B-A898-B29314BB33F8}"/>
    <pc:docChg chg="undo redo custSel addSld delSld modSld modSection">
      <pc:chgData name="Minh Khôi Võ Tấn" userId="df010977c1c328cb" providerId="LiveId" clId="{021737E1-13EE-495B-A898-B29314BB33F8}" dt="2026-01-04T13:19:02.164" v="2880" actId="20577"/>
      <pc:docMkLst>
        <pc:docMk/>
      </pc:docMkLst>
      <pc:sldChg chg="modSp mod">
        <pc:chgData name="Minh Khôi Võ Tấn" userId="df010977c1c328cb" providerId="LiveId" clId="{021737E1-13EE-495B-A898-B29314BB33F8}" dt="2026-01-04T11:57:12.169" v="1928" actId="14100"/>
        <pc:sldMkLst>
          <pc:docMk/>
          <pc:sldMk cId="3944462662" sldId="256"/>
        </pc:sldMkLst>
        <pc:spChg chg="mod">
          <ac:chgData name="Minh Khôi Võ Tấn" userId="df010977c1c328cb" providerId="LiveId" clId="{021737E1-13EE-495B-A898-B29314BB33F8}" dt="2026-01-04T11:57:12.169" v="1928" actId="14100"/>
          <ac:spMkLst>
            <pc:docMk/>
            <pc:sldMk cId="3944462662" sldId="256"/>
            <ac:spMk id="2" creationId="{9788C130-FAB7-3278-D1B1-D087BA9E3038}"/>
          </ac:spMkLst>
        </pc:spChg>
      </pc:sldChg>
      <pc:sldChg chg="addSp delSp modSp mod">
        <pc:chgData name="Minh Khôi Võ Tấn" userId="df010977c1c328cb" providerId="LiveId" clId="{021737E1-13EE-495B-A898-B29314BB33F8}" dt="2026-01-04T12:29:18.302" v="2231" actId="1076"/>
        <pc:sldMkLst>
          <pc:docMk/>
          <pc:sldMk cId="1597710949" sldId="258"/>
        </pc:sldMkLst>
        <pc:spChg chg="mod">
          <ac:chgData name="Minh Khôi Võ Tấn" userId="df010977c1c328cb" providerId="LiveId" clId="{021737E1-13EE-495B-A898-B29314BB33F8}" dt="2026-01-04T12:04:47.297" v="1976" actId="20577"/>
          <ac:spMkLst>
            <pc:docMk/>
            <pc:sldMk cId="1597710949" sldId="258"/>
            <ac:spMk id="2" creationId="{8CA08402-3F61-20D8-3D3C-188C78B0E2A1}"/>
          </ac:spMkLst>
        </pc:spChg>
        <pc:spChg chg="add mod">
          <ac:chgData name="Minh Khôi Võ Tấn" userId="df010977c1c328cb" providerId="LiveId" clId="{021737E1-13EE-495B-A898-B29314BB33F8}" dt="2026-01-04T12:28:42.614" v="2223" actId="1076"/>
          <ac:spMkLst>
            <pc:docMk/>
            <pc:sldMk cId="1597710949" sldId="258"/>
            <ac:spMk id="3" creationId="{3FE34BEB-B984-2E5D-5755-977D7B4A304E}"/>
          </ac:spMkLst>
        </pc:spChg>
        <pc:spChg chg="del">
          <ac:chgData name="Minh Khôi Võ Tấn" userId="df010977c1c328cb" providerId="LiveId" clId="{021737E1-13EE-495B-A898-B29314BB33F8}" dt="2026-01-04T11:58:33.370" v="1960" actId="478"/>
          <ac:spMkLst>
            <pc:docMk/>
            <pc:sldMk cId="1597710949" sldId="258"/>
            <ac:spMk id="8" creationId="{63F863F3-9F86-6243-2C06-5B2FC6A2080B}"/>
          </ac:spMkLst>
        </pc:spChg>
        <pc:spChg chg="del">
          <ac:chgData name="Minh Khôi Võ Tấn" userId="df010977c1c328cb" providerId="LiveId" clId="{021737E1-13EE-495B-A898-B29314BB33F8}" dt="2026-01-04T11:58:33.370" v="1960" actId="478"/>
          <ac:spMkLst>
            <pc:docMk/>
            <pc:sldMk cId="1597710949" sldId="258"/>
            <ac:spMk id="9" creationId="{22B55445-0DB0-C616-B99A-26A727519137}"/>
          </ac:spMkLst>
        </pc:spChg>
        <pc:spChg chg="del">
          <ac:chgData name="Minh Khôi Võ Tấn" userId="df010977c1c328cb" providerId="LiveId" clId="{021737E1-13EE-495B-A898-B29314BB33F8}" dt="2026-01-04T11:58:33.370" v="1960" actId="478"/>
          <ac:spMkLst>
            <pc:docMk/>
            <pc:sldMk cId="1597710949" sldId="258"/>
            <ac:spMk id="10" creationId="{6B02502E-A8D7-2281-98B3-0387A434293E}"/>
          </ac:spMkLst>
        </pc:spChg>
        <pc:spChg chg="del">
          <ac:chgData name="Minh Khôi Võ Tấn" userId="df010977c1c328cb" providerId="LiveId" clId="{021737E1-13EE-495B-A898-B29314BB33F8}" dt="2026-01-04T11:58:33.370" v="1960" actId="478"/>
          <ac:spMkLst>
            <pc:docMk/>
            <pc:sldMk cId="1597710949" sldId="258"/>
            <ac:spMk id="11" creationId="{8FAA3BB8-FE67-279B-9672-0F73A75E9D1B}"/>
          </ac:spMkLst>
        </pc:spChg>
        <pc:spChg chg="del">
          <ac:chgData name="Minh Khôi Võ Tấn" userId="df010977c1c328cb" providerId="LiveId" clId="{021737E1-13EE-495B-A898-B29314BB33F8}" dt="2026-01-04T11:58:33.370" v="1960" actId="478"/>
          <ac:spMkLst>
            <pc:docMk/>
            <pc:sldMk cId="1597710949" sldId="258"/>
            <ac:spMk id="14" creationId="{471C59B9-CB3C-64DD-E0C5-578057700976}"/>
          </ac:spMkLst>
        </pc:spChg>
        <pc:spChg chg="del">
          <ac:chgData name="Minh Khôi Võ Tấn" userId="df010977c1c328cb" providerId="LiveId" clId="{021737E1-13EE-495B-A898-B29314BB33F8}" dt="2026-01-04T11:58:33.370" v="1960" actId="478"/>
          <ac:spMkLst>
            <pc:docMk/>
            <pc:sldMk cId="1597710949" sldId="258"/>
            <ac:spMk id="19" creationId="{280BCEFC-FC15-0AA6-9B05-300603BC5A18}"/>
          </ac:spMkLst>
        </pc:spChg>
        <pc:spChg chg="del">
          <ac:chgData name="Minh Khôi Võ Tấn" userId="df010977c1c328cb" providerId="LiveId" clId="{021737E1-13EE-495B-A898-B29314BB33F8}" dt="2026-01-04T11:58:33.370" v="1960" actId="478"/>
          <ac:spMkLst>
            <pc:docMk/>
            <pc:sldMk cId="1597710949" sldId="258"/>
            <ac:spMk id="20" creationId="{1824FD19-AA9A-B326-048A-C2DFA4FBC661}"/>
          </ac:spMkLst>
        </pc:spChg>
        <pc:picChg chg="add mod">
          <ac:chgData name="Minh Khôi Võ Tấn" userId="df010977c1c328cb" providerId="LiveId" clId="{021737E1-13EE-495B-A898-B29314BB33F8}" dt="2026-01-04T12:28:56.638" v="2225" actId="1076"/>
          <ac:picMkLst>
            <pc:docMk/>
            <pc:sldMk cId="1597710949" sldId="258"/>
            <ac:picMk id="6" creationId="{B8A01A75-CDE7-2F3D-3B41-406DE2C5570D}"/>
          </ac:picMkLst>
        </pc:picChg>
        <pc:picChg chg="del">
          <ac:chgData name="Minh Khôi Võ Tấn" userId="df010977c1c328cb" providerId="LiveId" clId="{021737E1-13EE-495B-A898-B29314BB33F8}" dt="2026-01-04T11:58:33.370" v="1960" actId="478"/>
          <ac:picMkLst>
            <pc:docMk/>
            <pc:sldMk cId="1597710949" sldId="258"/>
            <ac:picMk id="7" creationId="{E9671074-98C9-ABD5-B487-197657F3A2E7}"/>
          </ac:picMkLst>
        </pc:picChg>
        <pc:cxnChg chg="add mod">
          <ac:chgData name="Minh Khôi Võ Tấn" userId="df010977c1c328cb" providerId="LiveId" clId="{021737E1-13EE-495B-A898-B29314BB33F8}" dt="2026-01-04T12:29:18.302" v="2231" actId="1076"/>
          <ac:cxnSpMkLst>
            <pc:docMk/>
            <pc:sldMk cId="1597710949" sldId="258"/>
            <ac:cxnSpMk id="12" creationId="{BFA19F96-57AC-D7CF-A84C-581C1DA8D989}"/>
          </ac:cxnSpMkLst>
        </pc:cxnChg>
        <pc:cxnChg chg="add mod">
          <ac:chgData name="Minh Khôi Võ Tấn" userId="df010977c1c328cb" providerId="LiveId" clId="{021737E1-13EE-495B-A898-B29314BB33F8}" dt="2026-01-04T12:29:13.363" v="2230" actId="1076"/>
          <ac:cxnSpMkLst>
            <pc:docMk/>
            <pc:sldMk cId="1597710949" sldId="258"/>
            <ac:cxnSpMk id="13" creationId="{2CAA3354-A7E7-1D93-B3ED-68DA1C3E35BE}"/>
          </ac:cxnSpMkLst>
        </pc:cxnChg>
        <pc:cxnChg chg="del">
          <ac:chgData name="Minh Khôi Võ Tấn" userId="df010977c1c328cb" providerId="LiveId" clId="{021737E1-13EE-495B-A898-B29314BB33F8}" dt="2026-01-04T11:58:33.370" v="1960" actId="478"/>
          <ac:cxnSpMkLst>
            <pc:docMk/>
            <pc:sldMk cId="1597710949" sldId="258"/>
            <ac:cxnSpMk id="16" creationId="{81B7A22B-CB22-2FDE-D85B-68886D70FF35}"/>
          </ac:cxnSpMkLst>
        </pc:cxnChg>
        <pc:cxnChg chg="add del">
          <ac:chgData name="Minh Khôi Võ Tấn" userId="df010977c1c328cb" providerId="LiveId" clId="{021737E1-13EE-495B-A898-B29314BB33F8}" dt="2026-01-04T12:29:10.384" v="2229" actId="11529"/>
          <ac:cxnSpMkLst>
            <pc:docMk/>
            <pc:sldMk cId="1597710949" sldId="258"/>
            <ac:cxnSpMk id="17" creationId="{B3503091-1C6E-80B9-36D8-3850FEA90458}"/>
          </ac:cxnSpMkLst>
        </pc:cxnChg>
        <pc:cxnChg chg="del">
          <ac:chgData name="Minh Khôi Võ Tấn" userId="df010977c1c328cb" providerId="LiveId" clId="{021737E1-13EE-495B-A898-B29314BB33F8}" dt="2026-01-04T11:58:33.370" v="1960" actId="478"/>
          <ac:cxnSpMkLst>
            <pc:docMk/>
            <pc:sldMk cId="1597710949" sldId="258"/>
            <ac:cxnSpMk id="18" creationId="{AE6894AC-46AE-1895-D77B-525AEDB91713}"/>
          </ac:cxnSpMkLst>
        </pc:cxnChg>
      </pc:sldChg>
      <pc:sldChg chg="addSp delSp modSp new del mod setBg">
        <pc:chgData name="Minh Khôi Võ Tấn" userId="df010977c1c328cb" providerId="LiveId" clId="{021737E1-13EE-495B-A898-B29314BB33F8}" dt="2026-01-04T12:29:28.928" v="2233" actId="47"/>
        <pc:sldMkLst>
          <pc:docMk/>
          <pc:sldMk cId="1502946045" sldId="259"/>
        </pc:sldMkLst>
      </pc:sldChg>
      <pc:sldChg chg="addSp delSp modSp new mod modNotesTx">
        <pc:chgData name="Minh Khôi Võ Tấn" userId="df010977c1c328cb" providerId="LiveId" clId="{021737E1-13EE-495B-A898-B29314BB33F8}" dt="2026-01-04T12:58:06.889" v="2481" actId="20577"/>
        <pc:sldMkLst>
          <pc:docMk/>
          <pc:sldMk cId="3350650080" sldId="259"/>
        </pc:sldMkLst>
        <pc:spChg chg="mod">
          <ac:chgData name="Minh Khôi Võ Tấn" userId="df010977c1c328cb" providerId="LiveId" clId="{021737E1-13EE-495B-A898-B29314BB33F8}" dt="2026-01-04T12:30:04.618" v="2342" actId="20577"/>
          <ac:spMkLst>
            <pc:docMk/>
            <pc:sldMk cId="3350650080" sldId="259"/>
            <ac:spMk id="2" creationId="{FD52A742-864B-E99A-2F1D-36B43CB7A33A}"/>
          </ac:spMkLst>
        </pc:spChg>
        <pc:spChg chg="del">
          <ac:chgData name="Minh Khôi Võ Tấn" userId="df010977c1c328cb" providerId="LiveId" clId="{021737E1-13EE-495B-A898-B29314BB33F8}" dt="2026-01-04T12:43:23.668" v="2343" actId="478"/>
          <ac:spMkLst>
            <pc:docMk/>
            <pc:sldMk cId="3350650080" sldId="259"/>
            <ac:spMk id="3" creationId="{AA7E144F-29DF-1C44-E2F6-053AA91AA9D0}"/>
          </ac:spMkLst>
        </pc:spChg>
        <pc:spChg chg="add mod">
          <ac:chgData name="Minh Khôi Võ Tấn" userId="df010977c1c328cb" providerId="LiveId" clId="{021737E1-13EE-495B-A898-B29314BB33F8}" dt="2026-01-04T12:43:28.451" v="2345" actId="1076"/>
          <ac:spMkLst>
            <pc:docMk/>
            <pc:sldMk cId="3350650080" sldId="259"/>
            <ac:spMk id="6" creationId="{4343AE04-10C6-5577-11A1-B1F07322A347}"/>
          </ac:spMkLst>
        </pc:spChg>
        <pc:spChg chg="add mod">
          <ac:chgData name="Minh Khôi Võ Tấn" userId="df010977c1c328cb" providerId="LiveId" clId="{021737E1-13EE-495B-A898-B29314BB33F8}" dt="2026-01-04T12:45:20.380" v="2404" actId="14100"/>
          <ac:spMkLst>
            <pc:docMk/>
            <pc:sldMk cId="3350650080" sldId="259"/>
            <ac:spMk id="7" creationId="{4252A650-7296-CC77-2DA6-E23D047EFA81}"/>
          </ac:spMkLst>
        </pc:spChg>
        <pc:spChg chg="add mod">
          <ac:chgData name="Minh Khôi Võ Tấn" userId="df010977c1c328cb" providerId="LiveId" clId="{021737E1-13EE-495B-A898-B29314BB33F8}" dt="2026-01-04T12:45:16.361" v="2403" actId="14100"/>
          <ac:spMkLst>
            <pc:docMk/>
            <pc:sldMk cId="3350650080" sldId="259"/>
            <ac:spMk id="9" creationId="{F6CDC67F-2245-F026-6901-378F33C85B43}"/>
          </ac:spMkLst>
        </pc:spChg>
        <pc:spChg chg="add mod">
          <ac:chgData name="Minh Khôi Võ Tấn" userId="df010977c1c328cb" providerId="LiveId" clId="{021737E1-13EE-495B-A898-B29314BB33F8}" dt="2026-01-04T12:45:37.775" v="2407" actId="1076"/>
          <ac:spMkLst>
            <pc:docMk/>
            <pc:sldMk cId="3350650080" sldId="259"/>
            <ac:spMk id="10" creationId="{CAC7B3F9-E06B-0982-126C-CDC88CC0ACC5}"/>
          </ac:spMkLst>
        </pc:spChg>
        <pc:spChg chg="add mod">
          <ac:chgData name="Minh Khôi Võ Tấn" userId="df010977c1c328cb" providerId="LiveId" clId="{021737E1-13EE-495B-A898-B29314BB33F8}" dt="2026-01-04T12:45:34.245" v="2406" actId="1076"/>
          <ac:spMkLst>
            <pc:docMk/>
            <pc:sldMk cId="3350650080" sldId="259"/>
            <ac:spMk id="12" creationId="{584B77D8-5F7F-E09E-F2D1-21730F62571F}"/>
          </ac:spMkLst>
        </pc:spChg>
        <pc:spChg chg="add mod">
          <ac:chgData name="Minh Khôi Võ Tấn" userId="df010977c1c328cb" providerId="LiveId" clId="{021737E1-13EE-495B-A898-B29314BB33F8}" dt="2026-01-04T12:46:00.985" v="2411" actId="1076"/>
          <ac:spMkLst>
            <pc:docMk/>
            <pc:sldMk cId="3350650080" sldId="259"/>
            <ac:spMk id="14" creationId="{C3C72322-7C67-1410-B9C8-D6D01FAC5398}"/>
          </ac:spMkLst>
        </pc:spChg>
        <pc:spChg chg="add mod">
          <ac:chgData name="Minh Khôi Võ Tấn" userId="df010977c1c328cb" providerId="LiveId" clId="{021737E1-13EE-495B-A898-B29314BB33F8}" dt="2026-01-04T12:45:50.337" v="2409" actId="1076"/>
          <ac:spMkLst>
            <pc:docMk/>
            <pc:sldMk cId="3350650080" sldId="259"/>
            <ac:spMk id="15" creationId="{1F9F617B-3D75-D0C9-7A88-43BBAA5D62D9}"/>
          </ac:spMkLst>
        </pc:spChg>
        <pc:spChg chg="add mod">
          <ac:chgData name="Minh Khôi Võ Tấn" userId="df010977c1c328cb" providerId="LiveId" clId="{021737E1-13EE-495B-A898-B29314BB33F8}" dt="2026-01-04T12:47:23.877" v="2423" actId="1076"/>
          <ac:spMkLst>
            <pc:docMk/>
            <pc:sldMk cId="3350650080" sldId="259"/>
            <ac:spMk id="16" creationId="{01A38383-6B5A-4E4A-EBA8-E839180477B4}"/>
          </ac:spMkLst>
        </pc:spChg>
        <pc:spChg chg="mod">
          <ac:chgData name="Minh Khôi Võ Tấn" userId="df010977c1c328cb" providerId="LiveId" clId="{021737E1-13EE-495B-A898-B29314BB33F8}" dt="2026-01-04T12:47:27.078" v="2424" actId="1076"/>
          <ac:spMkLst>
            <pc:docMk/>
            <pc:sldMk cId="3350650080" sldId="259"/>
            <ac:spMk id="17" creationId="{CAF01C07-758E-7BDD-9450-1770DDB861BA}"/>
          </ac:spMkLst>
        </pc:spChg>
        <pc:spChg chg="add mod">
          <ac:chgData name="Minh Khôi Võ Tấn" userId="df010977c1c328cb" providerId="LiveId" clId="{021737E1-13EE-495B-A898-B29314BB33F8}" dt="2026-01-04T12:47:37.371" v="2425" actId="1076"/>
          <ac:spMkLst>
            <pc:docMk/>
            <pc:sldMk cId="3350650080" sldId="259"/>
            <ac:spMk id="19" creationId="{633120C8-955C-C7C4-7F9E-F1E0347BB4A7}"/>
          </ac:spMkLst>
        </pc:spChg>
        <pc:spChg chg="mod">
          <ac:chgData name="Minh Khôi Võ Tấn" userId="df010977c1c328cb" providerId="LiveId" clId="{021737E1-13EE-495B-A898-B29314BB33F8}" dt="2026-01-04T12:47:52.613" v="2428" actId="1076"/>
          <ac:spMkLst>
            <pc:docMk/>
            <pc:sldMk cId="3350650080" sldId="259"/>
            <ac:spMk id="20" creationId="{30E5171B-7D67-5A79-BB61-16E286CA41D3}"/>
          </ac:spMkLst>
        </pc:spChg>
        <pc:spChg chg="mod">
          <ac:chgData name="Minh Khôi Võ Tấn" userId="df010977c1c328cb" providerId="LiveId" clId="{021737E1-13EE-495B-A898-B29314BB33F8}" dt="2026-01-04T12:47:52.613" v="2428" actId="1076"/>
          <ac:spMkLst>
            <pc:docMk/>
            <pc:sldMk cId="3350650080" sldId="259"/>
            <ac:spMk id="21" creationId="{79411552-C1E1-9514-8414-C538B767463D}"/>
          </ac:spMkLst>
        </pc:spChg>
        <pc:spChg chg="add mod">
          <ac:chgData name="Minh Khôi Võ Tấn" userId="df010977c1c328cb" providerId="LiveId" clId="{021737E1-13EE-495B-A898-B29314BB33F8}" dt="2026-01-04T12:47:57.977" v="2429" actId="1076"/>
          <ac:spMkLst>
            <pc:docMk/>
            <pc:sldMk cId="3350650080" sldId="259"/>
            <ac:spMk id="27" creationId="{1F647E94-2332-2EDF-9BE0-AC5703F663B7}"/>
          </ac:spMkLst>
        </pc:spChg>
        <pc:spChg chg="add mod">
          <ac:chgData name="Minh Khôi Võ Tấn" userId="df010977c1c328cb" providerId="LiveId" clId="{021737E1-13EE-495B-A898-B29314BB33F8}" dt="2026-01-04T12:44:54.069" v="2386" actId="1076"/>
          <ac:spMkLst>
            <pc:docMk/>
            <pc:sldMk cId="3350650080" sldId="259"/>
            <ac:spMk id="30" creationId="{43D3769E-176B-47AD-8A2F-11C580D231FC}"/>
          </ac:spMkLst>
        </pc:spChg>
        <pc:spChg chg="add mod">
          <ac:chgData name="Minh Khôi Võ Tấn" userId="df010977c1c328cb" providerId="LiveId" clId="{021737E1-13EE-495B-A898-B29314BB33F8}" dt="2026-01-04T12:44:46.829" v="2385" actId="14100"/>
          <ac:spMkLst>
            <pc:docMk/>
            <pc:sldMk cId="3350650080" sldId="259"/>
            <ac:spMk id="32" creationId="{56E06A4C-BA5C-A743-E89B-546E3506E9EF}"/>
          </ac:spMkLst>
        </pc:spChg>
        <pc:cxnChg chg="mod">
          <ac:chgData name="Minh Khôi Võ Tấn" userId="df010977c1c328cb" providerId="LiveId" clId="{021737E1-13EE-495B-A898-B29314BB33F8}" dt="2026-01-04T12:45:20.380" v="2404" actId="14100"/>
          <ac:cxnSpMkLst>
            <pc:docMk/>
            <pc:sldMk cId="3350650080" sldId="259"/>
            <ac:cxnSpMk id="8" creationId="{B692CCDB-D6F2-DC5A-3C3D-F4E69B9A3FC1}"/>
          </ac:cxnSpMkLst>
        </pc:cxnChg>
        <pc:cxnChg chg="mod">
          <ac:chgData name="Minh Khôi Võ Tấn" userId="df010977c1c328cb" providerId="LiveId" clId="{021737E1-13EE-495B-A898-B29314BB33F8}" dt="2026-01-04T12:45:37.775" v="2407" actId="1076"/>
          <ac:cxnSpMkLst>
            <pc:docMk/>
            <pc:sldMk cId="3350650080" sldId="259"/>
            <ac:cxnSpMk id="11" creationId="{65395CCC-1345-130C-78FE-2D74077CF771}"/>
          </ac:cxnSpMkLst>
        </pc:cxnChg>
        <pc:cxnChg chg="mod">
          <ac:chgData name="Minh Khôi Võ Tấn" userId="df010977c1c328cb" providerId="LiveId" clId="{021737E1-13EE-495B-A898-B29314BB33F8}" dt="2026-01-04T12:45:55.550" v="2410" actId="14100"/>
          <ac:cxnSpMkLst>
            <pc:docMk/>
            <pc:sldMk cId="3350650080" sldId="259"/>
            <ac:cxnSpMk id="13" creationId="{BED4831F-F02B-6B17-1173-DC0265D5BF25}"/>
          </ac:cxnSpMkLst>
        </pc:cxnChg>
        <pc:cxnChg chg="del mod">
          <ac:chgData name="Minh Khôi Võ Tấn" userId="df010977c1c328cb" providerId="LiveId" clId="{021737E1-13EE-495B-A898-B29314BB33F8}" dt="2026-01-04T12:46:47.174" v="2414" actId="478"/>
          <ac:cxnSpMkLst>
            <pc:docMk/>
            <pc:sldMk cId="3350650080" sldId="259"/>
            <ac:cxnSpMk id="18" creationId="{26CF063A-7D02-A0D5-7986-E2FB9A9844F9}"/>
          </ac:cxnSpMkLst>
        </pc:cxnChg>
        <pc:cxnChg chg="mod">
          <ac:chgData name="Minh Khôi Võ Tấn" userId="df010977c1c328cb" providerId="LiveId" clId="{021737E1-13EE-495B-A898-B29314BB33F8}" dt="2026-01-04T12:47:52.613" v="2428" actId="1076"/>
          <ac:cxnSpMkLst>
            <pc:docMk/>
            <pc:sldMk cId="3350650080" sldId="259"/>
            <ac:cxnSpMk id="22" creationId="{618E2246-55EF-1D6C-0AE6-310120099B00}"/>
          </ac:cxnSpMkLst>
        </pc:cxnChg>
        <pc:cxnChg chg="mod">
          <ac:chgData name="Minh Khôi Võ Tấn" userId="df010977c1c328cb" providerId="LiveId" clId="{021737E1-13EE-495B-A898-B29314BB33F8}" dt="2026-01-04T12:47:52.613" v="2428" actId="1076"/>
          <ac:cxnSpMkLst>
            <pc:docMk/>
            <pc:sldMk cId="3350650080" sldId="259"/>
            <ac:cxnSpMk id="23" creationId="{B2BCB7FD-B802-7E27-7614-2DDD05A76D42}"/>
          </ac:cxnSpMkLst>
        </pc:cxnChg>
        <pc:cxnChg chg="del mod">
          <ac:chgData name="Minh Khôi Võ Tấn" userId="df010977c1c328cb" providerId="LiveId" clId="{021737E1-13EE-495B-A898-B29314BB33F8}" dt="2026-01-04T12:46:50.294" v="2416" actId="478"/>
          <ac:cxnSpMkLst>
            <pc:docMk/>
            <pc:sldMk cId="3350650080" sldId="259"/>
            <ac:cxnSpMk id="24" creationId="{AF1279CC-AD15-93DD-EAFC-5A0A6029D25B}"/>
          </ac:cxnSpMkLst>
        </pc:cxnChg>
        <pc:cxnChg chg="del mod">
          <ac:chgData name="Minh Khôi Võ Tấn" userId="df010977c1c328cb" providerId="LiveId" clId="{021737E1-13EE-495B-A898-B29314BB33F8}" dt="2026-01-04T12:46:51.251" v="2417" actId="478"/>
          <ac:cxnSpMkLst>
            <pc:docMk/>
            <pc:sldMk cId="3350650080" sldId="259"/>
            <ac:cxnSpMk id="25" creationId="{A65713EE-EBAE-1B82-A021-617354EACCF8}"/>
          </ac:cxnSpMkLst>
        </pc:cxnChg>
        <pc:cxnChg chg="del mod">
          <ac:chgData name="Minh Khôi Võ Tấn" userId="df010977c1c328cb" providerId="LiveId" clId="{021737E1-13EE-495B-A898-B29314BB33F8}" dt="2026-01-04T12:46:46.467" v="2413" actId="478"/>
          <ac:cxnSpMkLst>
            <pc:docMk/>
            <pc:sldMk cId="3350650080" sldId="259"/>
            <ac:cxnSpMk id="26" creationId="{BBBE8906-D504-88BE-473F-350AC6AE8518}"/>
          </ac:cxnSpMkLst>
        </pc:cxnChg>
        <pc:cxnChg chg="mod">
          <ac:chgData name="Minh Khôi Võ Tấn" userId="df010977c1c328cb" providerId="LiveId" clId="{021737E1-13EE-495B-A898-B29314BB33F8}" dt="2026-01-04T12:47:57.977" v="2429" actId="1076"/>
          <ac:cxnSpMkLst>
            <pc:docMk/>
            <pc:sldMk cId="3350650080" sldId="259"/>
            <ac:cxnSpMk id="28" creationId="{B3F15997-E796-A8CE-350A-D35E91F419B3}"/>
          </ac:cxnSpMkLst>
        </pc:cxnChg>
        <pc:cxnChg chg="mod">
          <ac:chgData name="Minh Khôi Võ Tấn" userId="df010977c1c328cb" providerId="LiveId" clId="{021737E1-13EE-495B-A898-B29314BB33F8}" dt="2026-01-04T12:47:57.977" v="2429" actId="1076"/>
          <ac:cxnSpMkLst>
            <pc:docMk/>
            <pc:sldMk cId="3350650080" sldId="259"/>
            <ac:cxnSpMk id="29" creationId="{082CB4E3-47AE-AD8B-7AFA-D55F8ED38671}"/>
          </ac:cxnSpMkLst>
        </pc:cxnChg>
        <pc:cxnChg chg="add mod">
          <ac:chgData name="Minh Khôi Võ Tấn" userId="df010977c1c328cb" providerId="LiveId" clId="{021737E1-13EE-495B-A898-B29314BB33F8}" dt="2026-01-04T12:47:27.078" v="2424" actId="1076"/>
          <ac:cxnSpMkLst>
            <pc:docMk/>
            <pc:sldMk cId="3350650080" sldId="259"/>
            <ac:cxnSpMk id="49" creationId="{18E0258B-74F8-7CDF-5A7D-6EAD580EF951}"/>
          </ac:cxnSpMkLst>
        </pc:cxnChg>
        <pc:cxnChg chg="add mod">
          <ac:chgData name="Minh Khôi Võ Tấn" userId="df010977c1c328cb" providerId="LiveId" clId="{021737E1-13EE-495B-A898-B29314BB33F8}" dt="2026-01-04T12:47:23.877" v="2423" actId="1076"/>
          <ac:cxnSpMkLst>
            <pc:docMk/>
            <pc:sldMk cId="3350650080" sldId="259"/>
            <ac:cxnSpMk id="51" creationId="{97B54F66-0D54-784D-B371-DA2990BB15E9}"/>
          </ac:cxnSpMkLst>
        </pc:cxnChg>
        <pc:cxnChg chg="add del mod">
          <ac:chgData name="Minh Khôi Võ Tấn" userId="df010977c1c328cb" providerId="LiveId" clId="{021737E1-13EE-495B-A898-B29314BB33F8}" dt="2026-01-04T12:48:56.639" v="2431" actId="478"/>
          <ac:cxnSpMkLst>
            <pc:docMk/>
            <pc:sldMk cId="3350650080" sldId="259"/>
            <ac:cxnSpMk id="71" creationId="{D45209B9-17CD-A51A-E54E-59A2803B72CD}"/>
          </ac:cxnSpMkLst>
        </pc:cxnChg>
        <pc:cxnChg chg="add">
          <ac:chgData name="Minh Khôi Võ Tấn" userId="df010977c1c328cb" providerId="LiveId" clId="{021737E1-13EE-495B-A898-B29314BB33F8}" dt="2026-01-04T12:49:02.942" v="2432" actId="11529"/>
          <ac:cxnSpMkLst>
            <pc:docMk/>
            <pc:sldMk cId="3350650080" sldId="259"/>
            <ac:cxnSpMk id="73" creationId="{EFA0A4ED-24C6-A8FC-5115-BD8582BF9B17}"/>
          </ac:cxnSpMkLst>
        </pc:cxnChg>
        <pc:cxnChg chg="add">
          <ac:chgData name="Minh Khôi Võ Tấn" userId="df010977c1c328cb" providerId="LiveId" clId="{021737E1-13EE-495B-A898-B29314BB33F8}" dt="2026-01-04T12:49:11.195" v="2433" actId="11529"/>
          <ac:cxnSpMkLst>
            <pc:docMk/>
            <pc:sldMk cId="3350650080" sldId="259"/>
            <ac:cxnSpMk id="75" creationId="{BA3346FA-C4D3-102F-3845-6DA5A83C60EE}"/>
          </ac:cxnSpMkLst>
        </pc:cxnChg>
        <pc:cxnChg chg="add mod">
          <ac:chgData name="Minh Khôi Võ Tấn" userId="df010977c1c328cb" providerId="LiveId" clId="{021737E1-13EE-495B-A898-B29314BB33F8}" dt="2026-01-04T12:49:34.066" v="2436" actId="14100"/>
          <ac:cxnSpMkLst>
            <pc:docMk/>
            <pc:sldMk cId="3350650080" sldId="259"/>
            <ac:cxnSpMk id="77" creationId="{D038D8DA-B745-AC87-9470-3946B2BF13FE}"/>
          </ac:cxnSpMkLst>
        </pc:cxnChg>
      </pc:sldChg>
      <pc:sldChg chg="addSp delSp modSp new del mod">
        <pc:chgData name="Minh Khôi Võ Tấn" userId="df010977c1c328cb" providerId="LiveId" clId="{021737E1-13EE-495B-A898-B29314BB33F8}" dt="2026-01-04T12:29:28.101" v="2232" actId="47"/>
        <pc:sldMkLst>
          <pc:docMk/>
          <pc:sldMk cId="2684948995" sldId="260"/>
        </pc:sldMkLst>
      </pc:sldChg>
      <pc:sldChg chg="addSp delSp modSp new mod">
        <pc:chgData name="Minh Khôi Võ Tấn" userId="df010977c1c328cb" providerId="LiveId" clId="{021737E1-13EE-495B-A898-B29314BB33F8}" dt="2026-01-04T13:13:59.887" v="2768" actId="1076"/>
        <pc:sldMkLst>
          <pc:docMk/>
          <pc:sldMk cId="3593306569" sldId="260"/>
        </pc:sldMkLst>
        <pc:spChg chg="mod">
          <ac:chgData name="Minh Khôi Võ Tấn" userId="df010977c1c328cb" providerId="LiveId" clId="{021737E1-13EE-495B-A898-B29314BB33F8}" dt="2026-01-04T12:59:13.655" v="2502" actId="20577"/>
          <ac:spMkLst>
            <pc:docMk/>
            <pc:sldMk cId="3593306569" sldId="260"/>
            <ac:spMk id="2" creationId="{0ED1C4E5-C12F-539B-738E-2B46912D597E}"/>
          </ac:spMkLst>
        </pc:spChg>
        <pc:spChg chg="mod">
          <ac:chgData name="Minh Khôi Võ Tấn" userId="df010977c1c328cb" providerId="LiveId" clId="{021737E1-13EE-495B-A898-B29314BB33F8}" dt="2026-01-04T13:12:16.899" v="2721" actId="14100"/>
          <ac:spMkLst>
            <pc:docMk/>
            <pc:sldMk cId="3593306569" sldId="260"/>
            <ac:spMk id="3" creationId="{D70D16FA-B29C-F1CB-F7F3-46F54932E24C}"/>
          </ac:spMkLst>
        </pc:spChg>
        <pc:picChg chg="add del mod">
          <ac:chgData name="Minh Khôi Võ Tấn" userId="df010977c1c328cb" providerId="LiveId" clId="{021737E1-13EE-495B-A898-B29314BB33F8}" dt="2026-01-04T13:12:00.695" v="2713" actId="478"/>
          <ac:picMkLst>
            <pc:docMk/>
            <pc:sldMk cId="3593306569" sldId="260"/>
            <ac:picMk id="7" creationId="{504AC710-E732-35DA-511B-C03B46C39A35}"/>
          </ac:picMkLst>
        </pc:picChg>
        <pc:picChg chg="add del mod">
          <ac:chgData name="Minh Khôi Võ Tấn" userId="df010977c1c328cb" providerId="LiveId" clId="{021737E1-13EE-495B-A898-B29314BB33F8}" dt="2026-01-04T13:13:51.925" v="2763" actId="478"/>
          <ac:picMkLst>
            <pc:docMk/>
            <pc:sldMk cId="3593306569" sldId="260"/>
            <ac:picMk id="9" creationId="{F5EAAB1D-C4DC-2B44-F2CB-313CD975B69F}"/>
          </ac:picMkLst>
        </pc:picChg>
        <pc:picChg chg="add mod">
          <ac:chgData name="Minh Khôi Võ Tấn" userId="df010977c1c328cb" providerId="LiveId" clId="{021737E1-13EE-495B-A898-B29314BB33F8}" dt="2026-01-04T13:13:59.887" v="2768" actId="1076"/>
          <ac:picMkLst>
            <pc:docMk/>
            <pc:sldMk cId="3593306569" sldId="260"/>
            <ac:picMk id="11" creationId="{F4A8844D-3D1B-0FF6-8B3F-7D2B503CF4E3}"/>
          </ac:picMkLst>
        </pc:picChg>
      </pc:sldChg>
      <pc:sldChg chg="modSp new mod">
        <pc:chgData name="Minh Khôi Võ Tấn" userId="df010977c1c328cb" providerId="LiveId" clId="{021737E1-13EE-495B-A898-B29314BB33F8}" dt="2026-01-04T13:19:02.164" v="2880" actId="20577"/>
        <pc:sldMkLst>
          <pc:docMk/>
          <pc:sldMk cId="1396711773" sldId="261"/>
        </pc:sldMkLst>
        <pc:spChg chg="mod">
          <ac:chgData name="Minh Khôi Võ Tấn" userId="df010977c1c328cb" providerId="LiveId" clId="{021737E1-13EE-495B-A898-B29314BB33F8}" dt="2026-01-04T13:02:56.535" v="2699" actId="20577"/>
          <ac:spMkLst>
            <pc:docMk/>
            <pc:sldMk cId="1396711773" sldId="261"/>
            <ac:spMk id="2" creationId="{05A1F93D-5ED0-D4A4-0BBD-244C430CBB6C}"/>
          </ac:spMkLst>
        </pc:spChg>
        <pc:spChg chg="mod">
          <ac:chgData name="Minh Khôi Võ Tấn" userId="df010977c1c328cb" providerId="LiveId" clId="{021737E1-13EE-495B-A898-B29314BB33F8}" dt="2026-01-04T13:19:02.164" v="2880" actId="20577"/>
          <ac:spMkLst>
            <pc:docMk/>
            <pc:sldMk cId="1396711773" sldId="261"/>
            <ac:spMk id="3" creationId="{0C26BCF9-CDFE-037D-6596-8316C305608D}"/>
          </ac:spMkLst>
        </pc:spChg>
      </pc:sldChg>
      <pc:sldChg chg="modSp new del mod modNotesTx">
        <pc:chgData name="Minh Khôi Võ Tấn" userId="df010977c1c328cb" providerId="LiveId" clId="{021737E1-13EE-495B-A898-B29314BB33F8}" dt="2026-01-04T12:29:30.268" v="2234" actId="47"/>
        <pc:sldMkLst>
          <pc:docMk/>
          <pc:sldMk cId="2612196103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088E23-6B0B-4308-A2C3-03BB04CE1B56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4FB04C-44F8-4F5F-80E8-63EAE06CA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79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vi-VN" b="0" dirty="0"/>
              <a:t>DDS (AD9833) hoặc Function Gen (MAX038) Mục đích: tạo tín hiệu kích thích dạng sin có tần số điều chỉnh được (sweep).</a:t>
            </a:r>
          </a:p>
          <a:p>
            <a:pPr marL="228600" indent="-228600">
              <a:buAutoNum type="arabicParenR"/>
            </a:pPr>
            <a:r>
              <a:rPr lang="en-US" b="0" dirty="0"/>
              <a:t>LPF (Low-Pass Filter)</a:t>
            </a:r>
            <a:endParaRPr lang="vi-VN" b="0" dirty="0"/>
          </a:p>
          <a:p>
            <a:r>
              <a:rPr lang="vi-VN" b="0" dirty="0"/>
              <a:t>3) V → I (Current Driver) — ví dụ AD844 / OPA541 Mục đích: biến điện áp sin thành dòng sin gần như không đổi để bơm vào cơ thể qua điện cực.</a:t>
            </a:r>
          </a:p>
          <a:p>
            <a:r>
              <a:rPr lang="vi-VN" b="0" dirty="0"/>
              <a:t>4) </a:t>
            </a:r>
            <a:r>
              <a:rPr lang="en-US" b="0" dirty="0"/>
              <a:t>Tetrapolar electrodes (4 </a:t>
            </a:r>
            <a:r>
              <a:rPr lang="en-US" b="0" dirty="0" err="1"/>
              <a:t>điện</a:t>
            </a:r>
            <a:r>
              <a:rPr lang="en-US" b="0" dirty="0"/>
              <a:t> </a:t>
            </a:r>
            <a:r>
              <a:rPr lang="en-US" b="0" dirty="0" err="1"/>
              <a:t>cực</a:t>
            </a:r>
            <a:r>
              <a:rPr lang="en-US" b="0" dirty="0"/>
              <a:t>)</a:t>
            </a:r>
            <a:endParaRPr lang="vi-VN" b="0" dirty="0"/>
          </a:p>
          <a:p>
            <a:r>
              <a:rPr lang="vi-VN" b="0" dirty="0"/>
              <a:t>5) V_tissue (đường đo áp trên mô) </a:t>
            </a:r>
            <a:r>
              <a:rPr lang="en-US" b="0" dirty="0" err="1"/>
              <a:t>Mục</a:t>
            </a:r>
            <a:r>
              <a:rPr lang="en-US" b="0" dirty="0"/>
              <a:t> </a:t>
            </a:r>
            <a:r>
              <a:rPr lang="en-US" b="0" dirty="0" err="1"/>
              <a:t>đích</a:t>
            </a:r>
            <a:r>
              <a:rPr lang="en-US" b="0" dirty="0"/>
              <a:t>: </a:t>
            </a:r>
            <a:r>
              <a:rPr lang="en-US" b="0" dirty="0" err="1"/>
              <a:t>lấy</a:t>
            </a:r>
            <a:r>
              <a:rPr lang="en-US" b="0" dirty="0"/>
              <a:t> </a:t>
            </a:r>
            <a:r>
              <a:rPr lang="en-US" b="0" dirty="0" err="1"/>
              <a:t>điện</a:t>
            </a:r>
            <a:r>
              <a:rPr lang="en-US" b="0" dirty="0"/>
              <a:t> </a:t>
            </a:r>
            <a:r>
              <a:rPr lang="en-US" b="0" dirty="0" err="1"/>
              <a:t>áp</a:t>
            </a:r>
            <a:r>
              <a:rPr lang="en-US" b="0" dirty="0"/>
              <a:t> vi </a:t>
            </a:r>
            <a:r>
              <a:rPr lang="en-US" b="0" dirty="0" err="1"/>
              <a:t>sai</a:t>
            </a:r>
            <a:r>
              <a:rPr lang="en-US" b="0" dirty="0"/>
              <a:t> </a:t>
            </a:r>
            <a:r>
              <a:rPr lang="en-US" b="0" dirty="0" err="1"/>
              <a:t>trên</a:t>
            </a:r>
            <a:r>
              <a:rPr lang="en-US" b="0" dirty="0"/>
              <a:t> </a:t>
            </a:r>
            <a:r>
              <a:rPr lang="en-US" b="0" dirty="0" err="1"/>
              <a:t>mô</a:t>
            </a:r>
            <a:r>
              <a:rPr lang="en-US" b="0" dirty="0"/>
              <a:t> (</a:t>
            </a:r>
            <a:r>
              <a:rPr lang="en-US" b="0" dirty="0" err="1"/>
              <a:t>giữa</a:t>
            </a:r>
            <a:r>
              <a:rPr lang="en-US" b="0" dirty="0"/>
              <a:t> 2 </a:t>
            </a:r>
            <a:r>
              <a:rPr lang="en-US" b="0" dirty="0" err="1"/>
              <a:t>điện</a:t>
            </a:r>
            <a:r>
              <a:rPr lang="en-US" b="0" dirty="0"/>
              <a:t> </a:t>
            </a:r>
            <a:r>
              <a:rPr lang="en-US" b="0" dirty="0" err="1"/>
              <a:t>cực</a:t>
            </a:r>
            <a:r>
              <a:rPr lang="en-US" b="0" dirty="0"/>
              <a:t> sense).</a:t>
            </a:r>
            <a:endParaRPr lang="vi-VN" b="0" dirty="0"/>
          </a:p>
          <a:p>
            <a:r>
              <a:rPr lang="vi-VN" b="0" dirty="0"/>
              <a:t>6) V_ref (đường tham chiếu dòng) Mục đích: tạo tín hiệu tham chiếu để biết dòng đang bơm thực sự là bao nhiêu.</a:t>
            </a:r>
          </a:p>
          <a:p>
            <a:r>
              <a:rPr lang="en-US" b="0" dirty="0"/>
              <a:t>7) Gain/Phase Detector (AD8302)</a:t>
            </a:r>
            <a:r>
              <a:rPr lang="vi-VN" b="0" dirty="0"/>
              <a:t> </a:t>
            </a:r>
            <a:r>
              <a:rPr lang="en-US" b="0" dirty="0" err="1"/>
              <a:t>Mục</a:t>
            </a:r>
            <a:r>
              <a:rPr lang="en-US" b="0" dirty="0"/>
              <a:t> </a:t>
            </a:r>
            <a:r>
              <a:rPr lang="en-US" b="0" dirty="0" err="1"/>
              <a:t>đích</a:t>
            </a:r>
            <a:r>
              <a:rPr lang="en-US" b="0" dirty="0"/>
              <a:t>: so </a:t>
            </a:r>
            <a:r>
              <a:rPr lang="en-US" b="0" dirty="0" err="1"/>
              <a:t>sánh</a:t>
            </a:r>
            <a:r>
              <a:rPr lang="en-US" b="0" dirty="0"/>
              <a:t> </a:t>
            </a:r>
            <a:r>
              <a:rPr lang="en-US" b="0" dirty="0" err="1"/>
              <a:t>hai</a:t>
            </a:r>
            <a:r>
              <a:rPr lang="en-US" b="0" dirty="0"/>
              <a:t> </a:t>
            </a:r>
            <a:r>
              <a:rPr lang="en-US" b="0" dirty="0" err="1"/>
              <a:t>tín</a:t>
            </a:r>
            <a:r>
              <a:rPr lang="en-US" b="0" dirty="0"/>
              <a:t> </a:t>
            </a:r>
            <a:r>
              <a:rPr lang="en-US" b="0" dirty="0" err="1"/>
              <a:t>hiệu</a:t>
            </a:r>
            <a:r>
              <a:rPr lang="en-US" b="0" dirty="0"/>
              <a:t> sin </a:t>
            </a:r>
            <a:r>
              <a:rPr lang="en-US" b="0" dirty="0" err="1"/>
              <a:t>cùng</a:t>
            </a:r>
            <a:r>
              <a:rPr lang="en-US" b="0" dirty="0"/>
              <a:t> </a:t>
            </a:r>
            <a:r>
              <a:rPr lang="en-US" b="0" dirty="0" err="1"/>
              <a:t>tần</a:t>
            </a:r>
            <a:r>
              <a:rPr lang="en-US" b="0" dirty="0"/>
              <a:t> </a:t>
            </a:r>
            <a:r>
              <a:rPr lang="en-US" b="0" dirty="0" err="1"/>
              <a:t>số</a:t>
            </a:r>
            <a:r>
              <a:rPr lang="en-US" b="0" dirty="0"/>
              <a:t> (</a:t>
            </a:r>
            <a:r>
              <a:rPr lang="en-US" b="0" dirty="0" err="1"/>
              <a:t>V_tissue</a:t>
            </a:r>
            <a:r>
              <a:rPr lang="en-US" b="0" dirty="0"/>
              <a:t> </a:t>
            </a:r>
            <a:r>
              <a:rPr lang="en-US" b="0" dirty="0" err="1"/>
              <a:t>và</a:t>
            </a:r>
            <a:r>
              <a:rPr lang="en-US" b="0" dirty="0"/>
              <a:t> </a:t>
            </a:r>
            <a:r>
              <a:rPr lang="en-US" b="0" dirty="0" err="1"/>
              <a:t>V_ref</a:t>
            </a:r>
            <a:r>
              <a:rPr lang="en-US" b="0" dirty="0"/>
              <a:t>) </a:t>
            </a:r>
            <a:r>
              <a:rPr lang="en-US" b="0" dirty="0" err="1"/>
              <a:t>và</a:t>
            </a:r>
            <a:r>
              <a:rPr lang="en-US" b="0" dirty="0"/>
              <a:t> </a:t>
            </a:r>
            <a:r>
              <a:rPr lang="en-US" b="0" dirty="0" err="1"/>
              <a:t>xuất</a:t>
            </a:r>
            <a:r>
              <a:rPr lang="en-US" b="0" dirty="0"/>
              <a:t> </a:t>
            </a:r>
            <a:r>
              <a:rPr lang="en-US" b="0" dirty="0" err="1"/>
              <a:t>ra</a:t>
            </a:r>
            <a:r>
              <a:rPr lang="en-US" b="0" dirty="0"/>
              <a:t> 2 </a:t>
            </a:r>
            <a:r>
              <a:rPr lang="en-US" b="0" dirty="0" err="1"/>
              <a:t>điện</a:t>
            </a:r>
            <a:r>
              <a:rPr lang="en-US" b="0" dirty="0"/>
              <a:t> </a:t>
            </a:r>
            <a:r>
              <a:rPr lang="en-US" b="0" dirty="0" err="1"/>
              <a:t>áp</a:t>
            </a:r>
            <a:r>
              <a:rPr lang="en-US" b="0" dirty="0"/>
              <a:t> DC:</a:t>
            </a:r>
            <a:endParaRPr lang="vi-V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8) </a:t>
            </a:r>
            <a:r>
              <a:rPr lang="en-US" b="0" dirty="0" err="1"/>
              <a:t>Vmag_DC</a:t>
            </a:r>
            <a:r>
              <a:rPr lang="en-US" b="0" dirty="0"/>
              <a:t> ~ |Z| </a:t>
            </a:r>
            <a:r>
              <a:rPr lang="en-US" b="0" dirty="0" err="1"/>
              <a:t>và</a:t>
            </a:r>
            <a:r>
              <a:rPr lang="en-US" b="0" dirty="0"/>
              <a:t> </a:t>
            </a:r>
            <a:r>
              <a:rPr lang="en-US" b="0" dirty="0" err="1"/>
              <a:t>Vphs</a:t>
            </a:r>
            <a:r>
              <a:rPr lang="en-US" b="0" dirty="0"/>
              <a:t>_</a:t>
            </a:r>
            <a:r>
              <a:rPr lang="vi-VN" b="0" dirty="0"/>
              <a:t>DC. Vmag_DC: Biên độ, tương ứng với |Z| (trở kháng mô). Vphs_DC: Lệch pha, tương ứng với pha của Z.</a:t>
            </a:r>
          </a:p>
          <a:p>
            <a:r>
              <a:rPr lang="vi-VN" b="0" dirty="0"/>
              <a:t>9) MCU: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sweep (</a:t>
            </a:r>
            <a:r>
              <a:rPr lang="en-US" dirty="0" err="1"/>
              <a:t>nếu</a:t>
            </a:r>
            <a:r>
              <a:rPr lang="en-US" dirty="0"/>
              <a:t> DDS)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function gen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  <a:r>
              <a:rPr lang="vi-VN" dirty="0"/>
              <a:t> </a:t>
            </a:r>
            <a:r>
              <a:rPr lang="en-US" dirty="0" err="1"/>
              <a:t>Đọc</a:t>
            </a:r>
            <a:r>
              <a:rPr lang="en-US" dirty="0"/>
              <a:t> ADC 2 </a:t>
            </a:r>
            <a:r>
              <a:rPr lang="en-US" dirty="0" err="1"/>
              <a:t>kênh</a:t>
            </a:r>
            <a:r>
              <a:rPr lang="en-US" dirty="0"/>
              <a:t>: </a:t>
            </a:r>
            <a:r>
              <a:rPr lang="en-US" dirty="0" err="1"/>
              <a:t>Vmag_DC</a:t>
            </a:r>
            <a:r>
              <a:rPr lang="en-US" dirty="0"/>
              <a:t>, </a:t>
            </a:r>
            <a:r>
              <a:rPr lang="en-US" dirty="0" err="1"/>
              <a:t>Vphs_DC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vi-V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vi-VN" dirty="0"/>
          </a:p>
          <a:p>
            <a:endParaRPr lang="vi-VN" dirty="0"/>
          </a:p>
          <a:p>
            <a:pPr marL="228600" indent="-228600">
              <a:buAutoNum type="arabicParenR"/>
            </a:pP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FB04C-44F8-4F5F-80E8-63EAE06CAE5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644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4FB04C-44F8-4F5F-80E8-63EAE06CAE5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960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EB2E6-BD5D-13E0-5786-39E433F6C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D11C7-A746-82B4-4AB5-3EA0FB467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CA972-D17E-3B6F-1D51-C35B00BE9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E3DE4-4558-4141-B74D-6A52FA8EEA94}" type="datetime1">
              <a:rPr lang="vi-VN" smtClean="0"/>
              <a:t>04/01/2026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BE2F8-DA5B-4B9A-E9B0-F3C753488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5DE63-53EC-B8CC-763A-02854576D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7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0918F-D231-E75D-CCF3-5D5D5632A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9E93B-DD11-5B3B-8187-78849F37D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F4586-AE70-F9F5-323B-1987A4575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04/01/2026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EF259-2396-A321-252E-E478E375B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80A67-4314-937B-9C2B-829A7CD60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59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E7CD-4213-BB3A-D14E-B9862F32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31681-1F53-EE8C-0E17-10CC96BD7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37004-AE89-2428-F52F-1AAD58D20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34FD0-DA0A-4E51-AB0D-D3233A87CBD8}" type="datetime1">
              <a:rPr lang="vi-VN" smtClean="0"/>
              <a:t>04/01/2026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F4247-A47E-799D-4C25-C7AA3E18F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75364-8C20-5586-2F0F-57FC25637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29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3E55F-64B2-14EB-7C80-F7EF92B4C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2C80D-DCD4-0711-9A9E-8B3A86B426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2CCF5-D60A-CD5B-985D-3A8AE50FB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5955F-E218-2519-51D9-005D953D6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C87B6-217B-4969-98BC-36956AB1925F}" type="datetime1">
              <a:rPr lang="vi-VN" smtClean="0"/>
              <a:t>04/01/2026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A69ED-EBA8-4EC6-046A-26AE47615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D2393-C611-219E-4605-9DB09FEC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05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F535-E8E8-AF0C-641A-BBAAB3E93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38191-C1C8-B3D8-97F4-2B9D1B69C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8D825A-8DE0-6C36-3DCA-25AA60E64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DCD042-1DD0-A01B-48F3-670BDC8F08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ACBE8B-B8A3-4665-2FB5-29C13FD96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627CCF-C471-7BDE-5C07-C184CAAB8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27AD8-3334-479F-BAFA-A093B7532044}" type="datetime1">
              <a:rPr lang="vi-VN" smtClean="0"/>
              <a:t>04/01/2026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E8CF16-7D61-EE97-9186-038CF658B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E05CC3-4FD9-0F9F-0FE2-87ECCF417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266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AF0AF-2C2E-0DAA-522F-8A539CCE9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B538C-89A1-F98D-3388-2A1755D85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1144F-119F-42B1-90B9-57F184726D5C}" type="datetime1">
              <a:rPr lang="vi-VN" smtClean="0"/>
              <a:t>04/01/2026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F89BC-47F7-71BF-9232-D11D26B2A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EFBD2-02C8-DC47-1BF8-B404A6BBD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52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159863-67E9-1674-4846-80F115A66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766EB-A638-4BA2-8AA5-F8D750AF9EFD}" type="datetime1">
              <a:rPr lang="vi-VN" smtClean="0"/>
              <a:t>04/01/2026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CCA1BF-C6B6-DB23-5087-BBC7C4E14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3053A-A097-93E5-A5E5-3DF8CF036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39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1F4CD-C297-7FD1-0FE9-D85723E56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8000F-23EC-65D6-32DC-D1E191B5F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965AE5-99B9-1B17-FABA-770749E5D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1C15E-DE0C-FD9B-E15A-482CE0541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B80C8-AF9F-42FE-8BBF-AE337B24C20C}" type="datetime1">
              <a:rPr lang="vi-VN" smtClean="0"/>
              <a:t>04/01/2026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02996-E96C-C5E4-D19B-1F0F5D7FD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A0FC0-6E1F-2E13-73A1-63B058261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38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CAD24-69EC-F12C-A5DF-84B8CE893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E3175E-9853-B3A6-EA4A-8EF8D227EA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67461-75E1-1949-4F15-2D9158439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3B741-D5D3-AA1E-4858-3EB1D044D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B7A8E-4CC3-4EA2-83B4-94BF9DE947DC}" type="datetime1">
              <a:rPr lang="vi-VN" smtClean="0"/>
              <a:t>04/01/2026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527A8-4302-C04E-311B-A201A755A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9957D-F73E-5F29-20DF-ABB2D5BF9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38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AD26E-FFD9-94B5-0B3A-80DC2631E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25239B-97A4-471A-623E-38CB9FE50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EB5FB-F1AD-5035-5DC0-9CBAD99AF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EEFA-0D90-436A-8E91-93EB85AB11E1}" type="datetime1">
              <a:rPr lang="vi-VN" smtClean="0"/>
              <a:t>04/01/2026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5091A-BC54-9260-E7A0-FA9133F6C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F48B0-D72E-5AFE-9466-9281ED3C4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51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DD64D7-8A73-13E7-054D-76BDDEC3D7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048B5-AE68-32A5-9E40-D416CF455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CA149-7469-2E94-44E6-F705180AF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AB03-5943-43D8-B1AE-1E2B0A36C8D8}" type="datetime1">
              <a:rPr lang="vi-VN" smtClean="0"/>
              <a:t>04/01/2026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F7038-9A47-B2A7-0AB8-ACC1064B1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55774-D2AB-316B-1CD2-50033879A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9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F2AAFE-EA9A-041B-FAE4-DF79E144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FD2E9-C2C6-B3CC-D4D6-0C181864E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706E6-C815-FA0C-56F1-DEABCE0DC3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7E318E-09DA-4019-A23C-446898E6BFD2}" type="datetime1">
              <a:rPr lang="vi-VN" smtClean="0"/>
              <a:t>04/01/2026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B575A-E704-ED3A-3137-E12C0CC5C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60679-4C76-BC01-F47B-711E4888E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465823-24DD-4389-90AD-EB96B0370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32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8C130-FAB7-3278-D1B1-D087BA9E3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880711"/>
            <a:ext cx="9144000" cy="690116"/>
          </a:xfrm>
        </p:spPr>
        <p:txBody>
          <a:bodyPr>
            <a:noAutofit/>
          </a:bodyPr>
          <a:lstStyle/>
          <a:p>
            <a:r>
              <a:rPr lang="vi-VN" sz="2800" dirty="0">
                <a:latin typeface="Aptos Display (Headings)"/>
              </a:rPr>
              <a:t>BÁO CÁO TIẾN ĐỘ </a:t>
            </a:r>
            <a:r>
              <a:rPr lang="vi-VN" sz="2800">
                <a:latin typeface="Aptos Display (Headings)"/>
              </a:rPr>
              <a:t>TUẦN 4</a:t>
            </a:r>
            <a:endParaRPr lang="en-US" sz="2800" dirty="0">
              <a:latin typeface="Aptos Display (Headings)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124DD-8F22-02F5-68D9-ED3B997536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7948" y="4606503"/>
            <a:ext cx="4192438" cy="690115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vi-VN" dirty="0"/>
              <a:t>CBHD: PGS. TS. Nguyễn Văn Hiếu</a:t>
            </a:r>
          </a:p>
          <a:p>
            <a:pPr algn="l"/>
            <a:r>
              <a:rPr lang="vi-VN" dirty="0"/>
              <a:t>HVCH: Võ Tấn Minh Khôi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87AD12-38A5-8BAD-956A-7D410826418C}"/>
              </a:ext>
            </a:extLst>
          </p:cNvPr>
          <p:cNvSpPr txBox="1"/>
          <p:nvPr/>
        </p:nvSpPr>
        <p:spPr>
          <a:xfrm>
            <a:off x="2940170" y="287251"/>
            <a:ext cx="63116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>
                <a:latin typeface="Aptos Display (Headings)"/>
              </a:rPr>
              <a:t>ĐẠI HỌC QUỐC GIA THÀNH PHỐ HỒ CHÍ MINH</a:t>
            </a:r>
          </a:p>
          <a:p>
            <a:pPr algn="ctr"/>
            <a:r>
              <a:rPr lang="vi-VN" sz="2400" dirty="0">
                <a:latin typeface="Aptos Display (Headings)"/>
              </a:rPr>
              <a:t>ĐẠI HỌC KHOA HỌC TỰ NHIÊN</a:t>
            </a:r>
            <a:endParaRPr lang="en-US" sz="2400" dirty="0">
              <a:latin typeface="Aptos Display (Headings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AA7A7-5232-9FFD-2BF9-6D382EBE4D7A}"/>
              </a:ext>
            </a:extLst>
          </p:cNvPr>
          <p:cNvSpPr txBox="1"/>
          <p:nvPr/>
        </p:nvSpPr>
        <p:spPr>
          <a:xfrm>
            <a:off x="4474952" y="1057727"/>
            <a:ext cx="3242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dirty="0"/>
              <a:t>Khoa Điện tử - Viễn thông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AC0004-C9AB-6AFF-5EB0-5F9143B68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27" y="121728"/>
            <a:ext cx="1630722" cy="13361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B2C567-3450-0FBF-FC88-51C51BD26D7E}"/>
              </a:ext>
            </a:extLst>
          </p:cNvPr>
          <p:cNvSpPr txBox="1"/>
          <p:nvPr/>
        </p:nvSpPr>
        <p:spPr>
          <a:xfrm>
            <a:off x="4646761" y="6280030"/>
            <a:ext cx="2898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TP. HỒ CHÍ MINH,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462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08402-3F61-20D8-3D3C-188C78B0E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" panose="020B0004020202020204" pitchFamily="34" charset="0"/>
              </a:rPr>
              <a:t>Thay đổi ở mạch EIM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51A43-4DE1-8399-2489-698FC5D9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04/01/2026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EF54B5-DA58-547D-1F88-B73002E28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E34BEB-B984-2E5D-5755-977D7B4A304E}"/>
              </a:ext>
            </a:extLst>
          </p:cNvPr>
          <p:cNvSpPr txBox="1"/>
          <p:nvPr/>
        </p:nvSpPr>
        <p:spPr>
          <a:xfrm>
            <a:off x="0" y="2658794"/>
            <a:ext cx="55708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/>
              <a:t>Mục tiêu ban đầu: Sử dụng AD5933 để thiết kế lại mạch đo 4 điện cực.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/>
              <a:t>Nội dung thay đổi: từ 100kHz </a:t>
            </a:r>
            <a:r>
              <a:rPr lang="vi-VN" dirty="0">
                <a:sym typeface="Wingdings" panose="05000000000000000000" pitchFamily="2" charset="2"/>
              </a:rPr>
              <a:t> Thấp nhất: 1 Mhz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>
                <a:sym typeface="Wingdings" panose="05000000000000000000" pitchFamily="2" charset="2"/>
              </a:rPr>
              <a:t>AD5933 không đáp ứng được yêu cầu</a:t>
            </a:r>
            <a:endParaRPr lang="en-US" dirty="0"/>
          </a:p>
        </p:txBody>
      </p:sp>
      <p:pic>
        <p:nvPicPr>
          <p:cNvPr id="6" name="Picture 5" descr="A diagram of a circuit&#10;&#10;AI-generated content may be incorrect.">
            <a:extLst>
              <a:ext uri="{FF2B5EF4-FFF2-40B4-BE49-F238E27FC236}">
                <a16:creationId xmlns:a16="http://schemas.microsoft.com/office/drawing/2014/main" id="{B8A01A75-CDE7-2F3D-3B41-406DE2C55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806" y="1753014"/>
            <a:ext cx="6596258" cy="356588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FA19F96-57AC-D7CF-A84C-581C1DA8D989}"/>
              </a:ext>
            </a:extLst>
          </p:cNvPr>
          <p:cNvCxnSpPr>
            <a:cxnSpLocks/>
          </p:cNvCxnSpPr>
          <p:nvPr/>
        </p:nvCxnSpPr>
        <p:spPr>
          <a:xfrm flipH="1">
            <a:off x="5353575" y="1905391"/>
            <a:ext cx="1757680" cy="28143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AA3354-A7E7-1D93-B3ED-68DA1C3E35BE}"/>
              </a:ext>
            </a:extLst>
          </p:cNvPr>
          <p:cNvCxnSpPr/>
          <p:nvPr/>
        </p:nvCxnSpPr>
        <p:spPr>
          <a:xfrm>
            <a:off x="5469206" y="1905391"/>
            <a:ext cx="1859280" cy="28143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7710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2A742-864B-E99A-2F1D-36B43CB7A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" panose="020B0004020202020204" pitchFamily="34" charset="0"/>
              </a:rPr>
              <a:t>Sơ đồ khối mới (dự kiến)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8C5A3-DC5E-E689-768F-D60D72E11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04/01/2026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D28538-4B2C-A6D2-4241-AFFB02F71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3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43AE04-10C6-5577-11A1-B1F07322A347}"/>
              </a:ext>
            </a:extLst>
          </p:cNvPr>
          <p:cNvSpPr/>
          <p:nvPr/>
        </p:nvSpPr>
        <p:spPr>
          <a:xfrm>
            <a:off x="697523" y="2219231"/>
            <a:ext cx="1251857" cy="59935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dirty="0"/>
              <a:t>DDS</a:t>
            </a:r>
          </a:p>
          <a:p>
            <a:pPr algn="ctr"/>
            <a:r>
              <a:rPr lang="vi-VN" dirty="0"/>
              <a:t>(AD9833)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252A650-7296-CC77-2DA6-E23D047EFA81}"/>
              </a:ext>
            </a:extLst>
          </p:cNvPr>
          <p:cNvSpPr/>
          <p:nvPr/>
        </p:nvSpPr>
        <p:spPr>
          <a:xfrm>
            <a:off x="2678723" y="2219231"/>
            <a:ext cx="711893" cy="59935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LPF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692CCDB-D6F2-DC5A-3C3D-F4E69B9A3FC1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949380" y="2518908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6CDC67F-2245-F026-6901-378F33C85B43}"/>
              </a:ext>
            </a:extLst>
          </p:cNvPr>
          <p:cNvSpPr txBox="1"/>
          <p:nvPr/>
        </p:nvSpPr>
        <p:spPr>
          <a:xfrm>
            <a:off x="1896072" y="2248870"/>
            <a:ext cx="729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/>
              <a:t>V (sin)</a:t>
            </a:r>
            <a:endParaRPr lang="en-US" sz="14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AC7B3F9-E06B-0982-126C-CDC88CC0ACC5}"/>
              </a:ext>
            </a:extLst>
          </p:cNvPr>
          <p:cNvSpPr/>
          <p:nvPr/>
        </p:nvSpPr>
        <p:spPr>
          <a:xfrm>
            <a:off x="4236351" y="2219231"/>
            <a:ext cx="1251857" cy="59935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sz="1200" dirty="0"/>
              <a:t>V </a:t>
            </a:r>
            <a:r>
              <a:rPr lang="vi-VN" sz="1200" dirty="0">
                <a:sym typeface="Wingdings" panose="05000000000000000000" pitchFamily="2" charset="2"/>
              </a:rPr>
              <a:t> I</a:t>
            </a:r>
            <a:br>
              <a:rPr lang="vi-VN" sz="1200" dirty="0">
                <a:sym typeface="Wingdings" panose="05000000000000000000" pitchFamily="2" charset="2"/>
              </a:rPr>
            </a:br>
            <a:r>
              <a:rPr lang="vi-VN" sz="1200" dirty="0">
                <a:sym typeface="Wingdings" panose="05000000000000000000" pitchFamily="2" charset="2"/>
              </a:rPr>
              <a:t>(</a:t>
            </a:r>
            <a:r>
              <a:rPr lang="vi-VN" sz="1200" dirty="0"/>
              <a:t>AD844, OPA541)</a:t>
            </a:r>
            <a:endParaRPr lang="en-US" sz="12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5395CCC-1345-130C-78FE-2D74077CF771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3390616" y="2518908"/>
            <a:ext cx="8457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84B77D8-5F7F-E09E-F2D1-21730F62571F}"/>
              </a:ext>
            </a:extLst>
          </p:cNvPr>
          <p:cNvSpPr txBox="1"/>
          <p:nvPr/>
        </p:nvSpPr>
        <p:spPr>
          <a:xfrm>
            <a:off x="3326103" y="2256970"/>
            <a:ext cx="1072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/>
              <a:t>V (sin_filt)</a:t>
            </a:r>
            <a:endParaRPr lang="en-US" sz="1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ED4831F-F02B-6B17-1173-DC0265D5BF25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5488208" y="2518908"/>
            <a:ext cx="7507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3C72322-7C67-1410-B9C8-D6D01FAC5398}"/>
              </a:ext>
            </a:extLst>
          </p:cNvPr>
          <p:cNvSpPr/>
          <p:nvPr/>
        </p:nvSpPr>
        <p:spPr>
          <a:xfrm>
            <a:off x="6231737" y="2248870"/>
            <a:ext cx="1251857" cy="59935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tetrapolar </a:t>
            </a:r>
            <a:r>
              <a:rPr lang="vi-VN" sz="1200" dirty="0"/>
              <a:t>electrodoes</a:t>
            </a: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9F617B-3D75-D0C9-7A88-43BBAA5D62D9}"/>
              </a:ext>
            </a:extLst>
          </p:cNvPr>
          <p:cNvSpPr txBox="1"/>
          <p:nvPr/>
        </p:nvSpPr>
        <p:spPr>
          <a:xfrm>
            <a:off x="5453198" y="2256969"/>
            <a:ext cx="867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</a:t>
            </a:r>
            <a:r>
              <a:rPr lang="vi-VN" sz="1400" dirty="0"/>
              <a:t>(sin_filt)</a:t>
            </a:r>
            <a:endParaRPr lang="en-US" sz="14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1A38383-6B5A-4E4A-EBA8-E839180477B4}"/>
              </a:ext>
            </a:extLst>
          </p:cNvPr>
          <p:cNvSpPr/>
          <p:nvPr/>
        </p:nvSpPr>
        <p:spPr>
          <a:xfrm>
            <a:off x="7919342" y="2848224"/>
            <a:ext cx="1168386" cy="41628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V_Ref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AF01C07-758E-7BDD-9450-1770DDB861BA}"/>
              </a:ext>
            </a:extLst>
          </p:cNvPr>
          <p:cNvSpPr/>
          <p:nvPr/>
        </p:nvSpPr>
        <p:spPr>
          <a:xfrm>
            <a:off x="7919342" y="1834415"/>
            <a:ext cx="1168386" cy="41628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V_tissue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33120C8-955C-C7C4-7F9E-F1E0347BB4A7}"/>
              </a:ext>
            </a:extLst>
          </p:cNvPr>
          <p:cNvSpPr/>
          <p:nvPr/>
        </p:nvSpPr>
        <p:spPr>
          <a:xfrm>
            <a:off x="8806167" y="4782533"/>
            <a:ext cx="1251857" cy="59935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Gain/Phase Detector</a:t>
            </a:r>
            <a:br>
              <a:rPr lang="vi-VN" sz="1200" dirty="0"/>
            </a:br>
            <a:r>
              <a:rPr lang="vi-VN" sz="1200" dirty="0"/>
              <a:t>(</a:t>
            </a:r>
            <a:r>
              <a:rPr lang="en-US" sz="1200" dirty="0"/>
              <a:t>AD8302 </a:t>
            </a:r>
            <a:r>
              <a:rPr lang="vi-VN" sz="1200" dirty="0"/>
              <a:t>)</a:t>
            </a:r>
            <a:endParaRPr lang="en-US" sz="12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0E5171B-7D67-5A79-BB61-16E286CA41D3}"/>
              </a:ext>
            </a:extLst>
          </p:cNvPr>
          <p:cNvSpPr/>
          <p:nvPr/>
        </p:nvSpPr>
        <p:spPr>
          <a:xfrm>
            <a:off x="6122440" y="5382342"/>
            <a:ext cx="1251857" cy="30777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Vphs_DC</a:t>
            </a:r>
            <a:endParaRPr lang="vi-VN" sz="14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9411552-C1E1-9514-8414-C538B767463D}"/>
              </a:ext>
            </a:extLst>
          </p:cNvPr>
          <p:cNvSpPr/>
          <p:nvPr/>
        </p:nvSpPr>
        <p:spPr>
          <a:xfrm>
            <a:off x="6122440" y="4522658"/>
            <a:ext cx="1251857" cy="30777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Vmag</a:t>
            </a:r>
            <a:r>
              <a:rPr lang="en-US" sz="1200" dirty="0"/>
              <a:t>_</a:t>
            </a:r>
            <a:r>
              <a:rPr lang="vi-VN" sz="1200" dirty="0"/>
              <a:t>DC~ |Z|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618E2246-55EF-1D6C-0AE6-310120099B00}"/>
              </a:ext>
            </a:extLst>
          </p:cNvPr>
          <p:cNvCxnSpPr>
            <a:cxnSpLocks/>
            <a:stCxn id="19" idx="1"/>
            <a:endCxn id="21" idx="3"/>
          </p:cNvCxnSpPr>
          <p:nvPr/>
        </p:nvCxnSpPr>
        <p:spPr>
          <a:xfrm rot="10800000">
            <a:off x="7374297" y="4676548"/>
            <a:ext cx="1431870" cy="40566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B2BCB7FD-B802-7E27-7614-2DDD05A76D42}"/>
              </a:ext>
            </a:extLst>
          </p:cNvPr>
          <p:cNvCxnSpPr>
            <a:cxnSpLocks/>
            <a:stCxn id="19" idx="1"/>
            <a:endCxn id="20" idx="3"/>
          </p:cNvCxnSpPr>
          <p:nvPr/>
        </p:nvCxnSpPr>
        <p:spPr>
          <a:xfrm rot="10800000" flipV="1">
            <a:off x="7374297" y="5082209"/>
            <a:ext cx="1431870" cy="4540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F647E94-2332-2EDF-9BE0-AC5703F663B7}"/>
              </a:ext>
            </a:extLst>
          </p:cNvPr>
          <p:cNvSpPr/>
          <p:nvPr/>
        </p:nvSpPr>
        <p:spPr>
          <a:xfrm>
            <a:off x="4159869" y="4797286"/>
            <a:ext cx="956982" cy="6567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/>
              <a:t>MCU</a:t>
            </a:r>
            <a:endParaRPr lang="en-US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B3F15997-E796-A8CE-350A-D35E91F419B3}"/>
              </a:ext>
            </a:extLst>
          </p:cNvPr>
          <p:cNvCxnSpPr>
            <a:cxnSpLocks/>
            <a:stCxn id="21" idx="1"/>
            <a:endCxn id="27" idx="3"/>
          </p:cNvCxnSpPr>
          <p:nvPr/>
        </p:nvCxnSpPr>
        <p:spPr>
          <a:xfrm rot="10800000" flipV="1">
            <a:off x="5116852" y="4676547"/>
            <a:ext cx="1005589" cy="44910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082CB4E3-47AE-AD8B-7AFA-D55F8ED38671}"/>
              </a:ext>
            </a:extLst>
          </p:cNvPr>
          <p:cNvCxnSpPr>
            <a:cxnSpLocks/>
            <a:stCxn id="20" idx="1"/>
            <a:endCxn id="27" idx="3"/>
          </p:cNvCxnSpPr>
          <p:nvPr/>
        </p:nvCxnSpPr>
        <p:spPr>
          <a:xfrm rot="10800000">
            <a:off x="5116852" y="5125649"/>
            <a:ext cx="1005589" cy="41058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3D3769E-176B-47AD-8A2F-11C580D231FC}"/>
              </a:ext>
            </a:extLst>
          </p:cNvPr>
          <p:cNvSpPr txBox="1"/>
          <p:nvPr/>
        </p:nvSpPr>
        <p:spPr>
          <a:xfrm>
            <a:off x="876801" y="2905572"/>
            <a:ext cx="893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(Hoặc)</a:t>
            </a:r>
            <a:endParaRPr lang="en-US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6E06A4C-BA5C-A743-E89B-546E3506E9EF}"/>
              </a:ext>
            </a:extLst>
          </p:cNvPr>
          <p:cNvSpPr/>
          <p:nvPr/>
        </p:nvSpPr>
        <p:spPr>
          <a:xfrm>
            <a:off x="697523" y="3309730"/>
            <a:ext cx="1251857" cy="98091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dirty="0"/>
              <a:t>FunctionGen</a:t>
            </a:r>
            <a:br>
              <a:rPr lang="vi-VN" dirty="0"/>
            </a:br>
            <a:r>
              <a:rPr lang="vi-VN" dirty="0"/>
              <a:t>(Max038)</a:t>
            </a:r>
            <a:endParaRPr lang="en-US" dirty="0"/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18E0258B-74F8-7CDF-5A7D-6EAD580EF951}"/>
              </a:ext>
            </a:extLst>
          </p:cNvPr>
          <p:cNvCxnSpPr>
            <a:stCxn id="14" idx="3"/>
            <a:endCxn id="17" idx="1"/>
          </p:cNvCxnSpPr>
          <p:nvPr/>
        </p:nvCxnSpPr>
        <p:spPr>
          <a:xfrm flipV="1">
            <a:off x="7483594" y="2042556"/>
            <a:ext cx="435748" cy="50599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97B54F66-0D54-784D-B371-DA2990BB15E9}"/>
              </a:ext>
            </a:extLst>
          </p:cNvPr>
          <p:cNvCxnSpPr>
            <a:stCxn id="14" idx="3"/>
            <a:endCxn id="16" idx="1"/>
          </p:cNvCxnSpPr>
          <p:nvPr/>
        </p:nvCxnSpPr>
        <p:spPr>
          <a:xfrm>
            <a:off x="7483594" y="2548547"/>
            <a:ext cx="435748" cy="50781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EFA0A4ED-24C6-A8FC-5115-BD8582BF9B17}"/>
              </a:ext>
            </a:extLst>
          </p:cNvPr>
          <p:cNvCxnSpPr>
            <a:stCxn id="17" idx="3"/>
          </p:cNvCxnSpPr>
          <p:nvPr/>
        </p:nvCxnSpPr>
        <p:spPr>
          <a:xfrm>
            <a:off x="9087728" y="2042556"/>
            <a:ext cx="894472" cy="50599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BA3346FA-C4D3-102F-3845-6DA5A83C60EE}"/>
              </a:ext>
            </a:extLst>
          </p:cNvPr>
          <p:cNvCxnSpPr>
            <a:stCxn id="16" idx="3"/>
          </p:cNvCxnSpPr>
          <p:nvPr/>
        </p:nvCxnSpPr>
        <p:spPr>
          <a:xfrm flipV="1">
            <a:off x="9087728" y="2548547"/>
            <a:ext cx="894472" cy="507818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D038D8DA-B745-AC87-9470-3946B2BF13FE}"/>
              </a:ext>
            </a:extLst>
          </p:cNvPr>
          <p:cNvCxnSpPr>
            <a:endCxn id="19" idx="3"/>
          </p:cNvCxnSpPr>
          <p:nvPr/>
        </p:nvCxnSpPr>
        <p:spPr>
          <a:xfrm rot="16200000" flipH="1">
            <a:off x="8757331" y="3781516"/>
            <a:ext cx="2525563" cy="75824"/>
          </a:xfrm>
          <a:prstGeom prst="bentConnector4">
            <a:avLst>
              <a:gd name="adj1" fmla="val -216"/>
              <a:gd name="adj2" fmla="val 130131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650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1C4E5-C12F-539B-738E-2B46912D5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" panose="020B0004020202020204" pitchFamily="34" charset="0"/>
              </a:rPr>
              <a:t>Tiến độ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D16FA-B29C-F1CB-F7F3-46F54932E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71628" cy="4351338"/>
          </a:xfrm>
        </p:spPr>
        <p:txBody>
          <a:bodyPr/>
          <a:lstStyle/>
          <a:p>
            <a:r>
              <a:rPr lang="vi-VN" dirty="0"/>
              <a:t>Đang thực hiện mô phỏng ở </a:t>
            </a:r>
            <a:r>
              <a:rPr lang="en-US" dirty="0"/>
              <a:t>block LPF </a:t>
            </a:r>
            <a:r>
              <a:rPr lang="vi-VN" dirty="0"/>
              <a:t>để chọn ra bộ lọc phù hợp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529CE-560A-AA07-1244-A41248536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04/01/2026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E4FFCA-1E04-1914-05D9-B72855368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4</a:t>
            </a:fld>
            <a:endParaRPr lang="en-US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A8844D-3D1B-0FF6-8B3F-7D2B503CF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489" y="2275509"/>
            <a:ext cx="8525022" cy="408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306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1F93D-5ED0-D4A4-0BBD-244C430CB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Aptos" panose="020B0004020202020204" pitchFamily="34" charset="0"/>
              </a:rPr>
              <a:t>Công việc tiếp theo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6BCF9-CDFE-037D-6596-8316C3056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Mô phỏng</a:t>
            </a:r>
            <a:r>
              <a:rPr lang="en-US" dirty="0"/>
              <a:t> </a:t>
            </a:r>
            <a:r>
              <a:rPr lang="vi-VN" dirty="0"/>
              <a:t>các khối tiếp theo V </a:t>
            </a:r>
            <a:r>
              <a:rPr lang="vi-VN" dirty="0">
                <a:sym typeface="Wingdings" panose="05000000000000000000" pitchFamily="2" charset="2"/>
              </a:rPr>
              <a:t> I</a:t>
            </a:r>
          </a:p>
          <a:p>
            <a:r>
              <a:rPr lang="vi-VN">
                <a:sym typeface="Wingdings" panose="05000000000000000000" pitchFamily="2" charset="2"/>
              </a:rPr>
              <a:t>Đã có linh kiện cần thiết, tiến hành cắm mạch trên testboard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64E1F-74C5-C3B0-1D4C-73FB4DE69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4C5-FF49-4031-A1FF-6DFDFE7830D3}" type="datetime1">
              <a:rPr lang="vi-VN" smtClean="0"/>
              <a:t>04/01/2026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0A13A2-8134-A3D2-0277-F6FCB3478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65823-24DD-4389-90AD-EB96B0370D3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711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477</Words>
  <Application>Microsoft Office PowerPoint</Application>
  <PresentationFormat>Widescreen</PresentationFormat>
  <Paragraphs>57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Aptos Display (Headings)</vt:lpstr>
      <vt:lpstr>Arial</vt:lpstr>
      <vt:lpstr>Wingdings</vt:lpstr>
      <vt:lpstr>Office Theme</vt:lpstr>
      <vt:lpstr>BÁO CÁO TIẾN ĐỘ TUẦN 4</vt:lpstr>
      <vt:lpstr>Thay đổi ở mạch EIM</vt:lpstr>
      <vt:lpstr>Sơ đồ khối mới (dự kiến)</vt:lpstr>
      <vt:lpstr>Tiến độ</vt:lpstr>
      <vt:lpstr>Công việc tiếp theo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 Tan Minh Khoi (MS/EAI12-VM);24C41002@student.hcmus.edu.vn</dc:creator>
  <cp:lastModifiedBy>Minh Khôi Võ Tấn</cp:lastModifiedBy>
  <cp:revision>1</cp:revision>
  <dcterms:created xsi:type="dcterms:W3CDTF">2025-10-30T03:42:52Z</dcterms:created>
  <dcterms:modified xsi:type="dcterms:W3CDTF">2026-01-04T13:19:02Z</dcterms:modified>
</cp:coreProperties>
</file>